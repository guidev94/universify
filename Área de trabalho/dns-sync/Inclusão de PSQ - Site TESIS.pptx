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  <p:sldMasterId id="2147483851" r:id="rId2"/>
  </p:sldMasterIdLst>
  <p:notesMasterIdLst>
    <p:notesMasterId r:id="rId8"/>
  </p:notesMasterIdLst>
  <p:sldIdLst>
    <p:sldId id="6508" r:id="rId3"/>
    <p:sldId id="6596" r:id="rId4"/>
    <p:sldId id="6597" r:id="rId5"/>
    <p:sldId id="6598" r:id="rId6"/>
    <p:sldId id="6599" r:id="rId7"/>
  </p:sldIdLst>
  <p:sldSz cx="12192000" cy="6858000"/>
  <p:notesSz cx="6808788" cy="9940925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36">
          <p15:clr>
            <a:srgbClr val="A4A3A4"/>
          </p15:clr>
        </p15:guide>
        <p15:guide id="2" pos="257">
          <p15:clr>
            <a:srgbClr val="A4A3A4"/>
          </p15:clr>
        </p15:guide>
        <p15:guide id="3" pos="7025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2364">
          <p15:clr>
            <a:srgbClr val="A4A3A4"/>
          </p15:clr>
        </p15:guide>
        <p15:guide id="7" orient="horz" pos="741">
          <p15:clr>
            <a:srgbClr val="A4A3A4"/>
          </p15:clr>
        </p15:guide>
        <p15:guide id="8" orient="horz" pos="279">
          <p15:clr>
            <a:srgbClr val="A4A3A4"/>
          </p15:clr>
        </p15:guide>
        <p15:guide id="9" orient="horz" pos="4065">
          <p15:clr>
            <a:srgbClr val="A4A3A4"/>
          </p15:clr>
        </p15:guide>
        <p15:guide id="10" orient="horz" pos="3748">
          <p15:clr>
            <a:srgbClr val="A4A3A4"/>
          </p15:clr>
        </p15:guide>
        <p15:guide id="11" orient="horz" pos="9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292"/>
    <a:srgbClr val="0086B9"/>
    <a:srgbClr val="000000"/>
    <a:srgbClr val="BF9500"/>
    <a:srgbClr val="FFC700"/>
    <a:srgbClr val="6DD1E9"/>
    <a:srgbClr val="DADBDD"/>
    <a:srgbClr val="EDEDEE"/>
    <a:srgbClr val="D1B6BD"/>
    <a:srgbClr val="ECE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4902" autoAdjust="0"/>
  </p:normalViewPr>
  <p:slideViewPr>
    <p:cSldViewPr snapToGrid="0">
      <p:cViewPr>
        <p:scale>
          <a:sx n="75" d="100"/>
          <a:sy n="75" d="100"/>
        </p:scale>
        <p:origin x="725" y="48"/>
      </p:cViewPr>
      <p:guideLst>
        <p:guide pos="3636"/>
        <p:guide pos="257"/>
        <p:guide pos="7025"/>
        <p:guide pos="7423"/>
        <p:guide orient="horz" pos="2364"/>
        <p:guide orient="horz" pos="741"/>
        <p:guide orient="horz" pos="279"/>
        <p:guide orient="horz" pos="4065"/>
        <p:guide orient="horz" pos="3748"/>
        <p:guide orient="horz" pos="98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60525-8BE6-46BC-A440-FBBED2A5EA65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46712" cy="39131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4245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6038" y="944245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AE216-6EC1-446E-A320-4C00B2B2FD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131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AE216-6EC1-446E-A320-4C00B2B2FD0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005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Apresentado na reunião setorial anterior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AE216-6EC1-446E-A320-4C00B2B2FD0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300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B3537-C520-FB46-78E3-DE80C18C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44FD96-B2D2-3147-3BA6-474857E04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B2419A-986A-5CF4-F30B-CF9892784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Apresentado na reunião setorial anterior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B18D20-0ADB-42CE-ECE1-0DC729F7A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AE216-6EC1-446E-A320-4C00B2B2FD0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988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0BBB-8D5C-6987-3AFC-D80F19D3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C27610-743B-B953-5FB0-CA7B988DB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198CBE-2BB8-50C1-4513-0E0FE361C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Apresentado na reunião setorial anterior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435461-AE21-5765-8531-866834CB5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AE216-6EC1-446E-A320-4C00B2B2FD0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97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84BF-67B5-3D79-55CE-576CB5BC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5346E16-0935-F93A-027E-2CAB6FF0A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6F2CCC-1DC4-348A-5EF2-A4D93BB5F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Apresentado na reunião setorial anterior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E78E66-730C-8520-0E7A-085EE991D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AE216-6EC1-446E-A320-4C00B2B2FD0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101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2000"/>
                </a:schemeClr>
              </a:gs>
              <a:gs pos="67000">
                <a:schemeClr val="tx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11422856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1143381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2" y="5175392"/>
            <a:ext cx="11433817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9508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12192000" cy="686561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2000"/>
                </a:schemeClr>
              </a:gs>
              <a:gs pos="67000">
                <a:schemeClr val="tx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11422856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1143381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2" y="5175392"/>
            <a:ext cx="11433817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3987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4000"/>
                </a:schemeClr>
              </a:gs>
              <a:gs pos="72000">
                <a:schemeClr val="tx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11422856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1143381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2" y="5175393"/>
            <a:ext cx="11433817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33216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ere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6315078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632113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3" y="5175393"/>
            <a:ext cx="6321138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3148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otligh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 10"/>
          <p:cNvSpPr/>
          <p:nvPr/>
        </p:nvSpPr>
        <p:spPr>
          <a:xfrm>
            <a:off x="0" y="0"/>
            <a:ext cx="6185257" cy="6453188"/>
          </a:xfrm>
          <a:custGeom>
            <a:avLst/>
            <a:gdLst>
              <a:gd name="connsiteX0" fmla="*/ 0 w 6185257"/>
              <a:gd name="connsiteY0" fmla="*/ 0 h 6453188"/>
              <a:gd name="connsiteX1" fmla="*/ 5506613 w 6185257"/>
              <a:gd name="connsiteY1" fmla="*/ 0 h 6453188"/>
              <a:gd name="connsiteX2" fmla="*/ 5681311 w 6185257"/>
              <a:gd name="connsiteY2" fmla="*/ 287562 h 6453188"/>
              <a:gd name="connsiteX3" fmla="*/ 6185257 w 6185257"/>
              <a:gd name="connsiteY3" fmla="*/ 2277800 h 6453188"/>
              <a:gd name="connsiteX4" fmla="*/ 2009871 w 6185257"/>
              <a:gd name="connsiteY4" fmla="*/ 6453188 h 6453188"/>
              <a:gd name="connsiteX5" fmla="*/ 245456 w 6185257"/>
              <a:gd name="connsiteY5" fmla="*/ 6063169 h 6453188"/>
              <a:gd name="connsiteX6" fmla="*/ 0 w 6185257"/>
              <a:gd name="connsiteY6" fmla="*/ 5935581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257" h="6453188">
                <a:moveTo>
                  <a:pt x="0" y="0"/>
                </a:moveTo>
                <a:lnTo>
                  <a:pt x="5506613" y="0"/>
                </a:lnTo>
                <a:lnTo>
                  <a:pt x="5681311" y="287562"/>
                </a:lnTo>
                <a:cubicBezTo>
                  <a:pt x="6002700" y="879187"/>
                  <a:pt x="6185257" y="1557174"/>
                  <a:pt x="6185257" y="2277800"/>
                </a:cubicBezTo>
                <a:cubicBezTo>
                  <a:pt x="6185257" y="4583803"/>
                  <a:pt x="4315873" y="6453188"/>
                  <a:pt x="2009871" y="6453188"/>
                </a:cubicBezTo>
                <a:cubicBezTo>
                  <a:pt x="1379323" y="6453188"/>
                  <a:pt x="781421" y="6313418"/>
                  <a:pt x="245456" y="6063169"/>
                </a:cubicBezTo>
                <a:lnTo>
                  <a:pt x="0" y="593558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/>
          </a:p>
        </p:txBody>
      </p:sp>
      <p:sp>
        <p:nvSpPr>
          <p:cNvPr id="13" name="Freeform 12"/>
          <p:cNvSpPr/>
          <p:nvPr/>
        </p:nvSpPr>
        <p:spPr>
          <a:xfrm>
            <a:off x="4368470" y="0"/>
            <a:ext cx="2640953" cy="1981200"/>
          </a:xfrm>
          <a:custGeom>
            <a:avLst/>
            <a:gdLst>
              <a:gd name="connsiteX0" fmla="*/ 160166 w 2306204"/>
              <a:gd name="connsiteY0" fmla="*/ 0 h 1730077"/>
              <a:gd name="connsiteX1" fmla="*/ 2146038 w 2306204"/>
              <a:gd name="connsiteY1" fmla="*/ 0 h 1730077"/>
              <a:gd name="connsiteX2" fmla="*/ 2215588 w 2306204"/>
              <a:gd name="connsiteY2" fmla="*/ 128136 h 1730077"/>
              <a:gd name="connsiteX3" fmla="*/ 2306204 w 2306204"/>
              <a:gd name="connsiteY3" fmla="*/ 576975 h 1730077"/>
              <a:gd name="connsiteX4" fmla="*/ 1153102 w 2306204"/>
              <a:gd name="connsiteY4" fmla="*/ 1730077 h 1730077"/>
              <a:gd name="connsiteX5" fmla="*/ 0 w 2306204"/>
              <a:gd name="connsiteY5" fmla="*/ 576975 h 1730077"/>
              <a:gd name="connsiteX6" fmla="*/ 90617 w 2306204"/>
              <a:gd name="connsiteY6" fmla="*/ 128136 h 173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6204" h="1730077">
                <a:moveTo>
                  <a:pt x="160166" y="0"/>
                </a:moveTo>
                <a:lnTo>
                  <a:pt x="2146038" y="0"/>
                </a:lnTo>
                <a:lnTo>
                  <a:pt x="2215588" y="128136"/>
                </a:lnTo>
                <a:cubicBezTo>
                  <a:pt x="2273938" y="266091"/>
                  <a:pt x="2306204" y="417765"/>
                  <a:pt x="2306204" y="576975"/>
                </a:cubicBezTo>
                <a:cubicBezTo>
                  <a:pt x="2306204" y="1213816"/>
                  <a:pt x="1789943" y="1730077"/>
                  <a:pt x="1153102" y="1730077"/>
                </a:cubicBezTo>
                <a:cubicBezTo>
                  <a:pt x="516261" y="1730077"/>
                  <a:pt x="0" y="1213816"/>
                  <a:pt x="0" y="576975"/>
                </a:cubicBezTo>
                <a:cubicBezTo>
                  <a:pt x="0" y="417765"/>
                  <a:pt x="32267" y="266091"/>
                  <a:pt x="90617" y="1281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12747" y="1784350"/>
            <a:ext cx="4395821" cy="1321269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2799" y="3744643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12748" y="3221453"/>
            <a:ext cx="4395821" cy="40735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400" b="1" kern="1200" spc="-6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375" y="-1"/>
            <a:ext cx="2867025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otligh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220" y="0"/>
            <a:ext cx="7383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12"/>
          <p:cNvSpPr/>
          <p:nvPr/>
        </p:nvSpPr>
        <p:spPr>
          <a:xfrm>
            <a:off x="0" y="0"/>
            <a:ext cx="6185257" cy="6453188"/>
          </a:xfrm>
          <a:custGeom>
            <a:avLst/>
            <a:gdLst>
              <a:gd name="connsiteX0" fmla="*/ 0 w 6185257"/>
              <a:gd name="connsiteY0" fmla="*/ 0 h 6453188"/>
              <a:gd name="connsiteX1" fmla="*/ 5506613 w 6185257"/>
              <a:gd name="connsiteY1" fmla="*/ 0 h 6453188"/>
              <a:gd name="connsiteX2" fmla="*/ 5681311 w 6185257"/>
              <a:gd name="connsiteY2" fmla="*/ 287562 h 6453188"/>
              <a:gd name="connsiteX3" fmla="*/ 6185257 w 6185257"/>
              <a:gd name="connsiteY3" fmla="*/ 2277800 h 6453188"/>
              <a:gd name="connsiteX4" fmla="*/ 2009871 w 6185257"/>
              <a:gd name="connsiteY4" fmla="*/ 6453188 h 6453188"/>
              <a:gd name="connsiteX5" fmla="*/ 245456 w 6185257"/>
              <a:gd name="connsiteY5" fmla="*/ 6063169 h 6453188"/>
              <a:gd name="connsiteX6" fmla="*/ 0 w 6185257"/>
              <a:gd name="connsiteY6" fmla="*/ 5935581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257" h="6453188">
                <a:moveTo>
                  <a:pt x="0" y="0"/>
                </a:moveTo>
                <a:lnTo>
                  <a:pt x="5506613" y="0"/>
                </a:lnTo>
                <a:lnTo>
                  <a:pt x="5681311" y="287562"/>
                </a:lnTo>
                <a:cubicBezTo>
                  <a:pt x="6002700" y="879187"/>
                  <a:pt x="6185257" y="1557174"/>
                  <a:pt x="6185257" y="2277800"/>
                </a:cubicBezTo>
                <a:cubicBezTo>
                  <a:pt x="6185257" y="4583803"/>
                  <a:pt x="4315873" y="6453188"/>
                  <a:pt x="2009871" y="6453188"/>
                </a:cubicBezTo>
                <a:cubicBezTo>
                  <a:pt x="1379323" y="6453188"/>
                  <a:pt x="781421" y="6313418"/>
                  <a:pt x="245456" y="6063169"/>
                </a:cubicBezTo>
                <a:lnTo>
                  <a:pt x="0" y="593558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/>
          </a:p>
        </p:txBody>
      </p:sp>
      <p:sp>
        <p:nvSpPr>
          <p:cNvPr id="14" name="Freeform 13"/>
          <p:cNvSpPr/>
          <p:nvPr/>
        </p:nvSpPr>
        <p:spPr>
          <a:xfrm>
            <a:off x="4368470" y="0"/>
            <a:ext cx="2640953" cy="1981200"/>
          </a:xfrm>
          <a:custGeom>
            <a:avLst/>
            <a:gdLst>
              <a:gd name="connsiteX0" fmla="*/ 160166 w 2306204"/>
              <a:gd name="connsiteY0" fmla="*/ 0 h 1730077"/>
              <a:gd name="connsiteX1" fmla="*/ 2146038 w 2306204"/>
              <a:gd name="connsiteY1" fmla="*/ 0 h 1730077"/>
              <a:gd name="connsiteX2" fmla="*/ 2215588 w 2306204"/>
              <a:gd name="connsiteY2" fmla="*/ 128136 h 1730077"/>
              <a:gd name="connsiteX3" fmla="*/ 2306204 w 2306204"/>
              <a:gd name="connsiteY3" fmla="*/ 576975 h 1730077"/>
              <a:gd name="connsiteX4" fmla="*/ 1153102 w 2306204"/>
              <a:gd name="connsiteY4" fmla="*/ 1730077 h 1730077"/>
              <a:gd name="connsiteX5" fmla="*/ 0 w 2306204"/>
              <a:gd name="connsiteY5" fmla="*/ 576975 h 1730077"/>
              <a:gd name="connsiteX6" fmla="*/ 90617 w 2306204"/>
              <a:gd name="connsiteY6" fmla="*/ 128136 h 173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6204" h="1730077">
                <a:moveTo>
                  <a:pt x="160166" y="0"/>
                </a:moveTo>
                <a:lnTo>
                  <a:pt x="2146038" y="0"/>
                </a:lnTo>
                <a:lnTo>
                  <a:pt x="2215588" y="128136"/>
                </a:lnTo>
                <a:cubicBezTo>
                  <a:pt x="2273938" y="266091"/>
                  <a:pt x="2306204" y="417765"/>
                  <a:pt x="2306204" y="576975"/>
                </a:cubicBezTo>
                <a:cubicBezTo>
                  <a:pt x="2306204" y="1213816"/>
                  <a:pt x="1789943" y="1730077"/>
                  <a:pt x="1153102" y="1730077"/>
                </a:cubicBezTo>
                <a:cubicBezTo>
                  <a:pt x="516261" y="1730077"/>
                  <a:pt x="0" y="1213816"/>
                  <a:pt x="0" y="576975"/>
                </a:cubicBezTo>
                <a:cubicBezTo>
                  <a:pt x="0" y="417765"/>
                  <a:pt x="32267" y="266091"/>
                  <a:pt x="90617" y="1281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412747" y="1784350"/>
            <a:ext cx="4395821" cy="1321269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2799" y="3744643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12748" y="3221453"/>
            <a:ext cx="4395821" cy="40735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400" b="1" kern="1200" spc="-6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375" y="-1"/>
            <a:ext cx="2867025" cy="106680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FBC9ED9-74CD-ACE9-07DB-0189D93538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98" y="155106"/>
            <a:ext cx="1854200" cy="55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5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otligh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82600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935581 h 6858000"/>
              <a:gd name="connsiteX5" fmla="*/ 245456 w 12192000"/>
              <a:gd name="connsiteY5" fmla="*/ 6063169 h 6858000"/>
              <a:gd name="connsiteX6" fmla="*/ 2009871 w 12192000"/>
              <a:gd name="connsiteY6" fmla="*/ 6453188 h 6858000"/>
              <a:gd name="connsiteX7" fmla="*/ 6185257 w 12192000"/>
              <a:gd name="connsiteY7" fmla="*/ 2277800 h 6858000"/>
              <a:gd name="connsiteX8" fmla="*/ 6176785 w 12192000"/>
              <a:gd name="connsiteY8" fmla="*/ 2009650 h 6858000"/>
              <a:gd name="connsiteX9" fmla="*/ 6165513 w 12192000"/>
              <a:gd name="connsiteY9" fmla="*/ 1891128 h 6858000"/>
              <a:gd name="connsiteX10" fmla="*/ 6202936 w 12192000"/>
              <a:gd name="connsiteY10" fmla="*/ 1877431 h 6858000"/>
              <a:gd name="connsiteX11" fmla="*/ 7009423 w 12192000"/>
              <a:gd name="connsiteY11" fmla="*/ 660724 h 6858000"/>
              <a:gd name="connsiteX12" fmla="*/ 6905654 w 12192000"/>
              <a:gd name="connsiteY12" fmla="*/ 1467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682600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935581"/>
                </a:lnTo>
                <a:lnTo>
                  <a:pt x="245456" y="6063169"/>
                </a:lnTo>
                <a:cubicBezTo>
                  <a:pt x="781421" y="6313418"/>
                  <a:pt x="1379323" y="6453188"/>
                  <a:pt x="2009871" y="6453188"/>
                </a:cubicBezTo>
                <a:cubicBezTo>
                  <a:pt x="4315873" y="6453188"/>
                  <a:pt x="6185257" y="4583803"/>
                  <a:pt x="6185257" y="2277800"/>
                </a:cubicBezTo>
                <a:cubicBezTo>
                  <a:pt x="6185257" y="2187722"/>
                  <a:pt x="6182405" y="2098310"/>
                  <a:pt x="6176785" y="2009650"/>
                </a:cubicBezTo>
                <a:lnTo>
                  <a:pt x="6165513" y="1891128"/>
                </a:lnTo>
                <a:lnTo>
                  <a:pt x="6202936" y="1877431"/>
                </a:lnTo>
                <a:cubicBezTo>
                  <a:pt x="6676875" y="1676972"/>
                  <a:pt x="7009423" y="1207683"/>
                  <a:pt x="7009423" y="660724"/>
                </a:cubicBezTo>
                <a:cubicBezTo>
                  <a:pt x="7009423" y="478404"/>
                  <a:pt x="6972474" y="304715"/>
                  <a:pt x="6905654" y="1467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540000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8" name="Freeform 17"/>
          <p:cNvSpPr/>
          <p:nvPr/>
        </p:nvSpPr>
        <p:spPr>
          <a:xfrm>
            <a:off x="0" y="0"/>
            <a:ext cx="6204308" cy="6462713"/>
          </a:xfrm>
          <a:custGeom>
            <a:avLst/>
            <a:gdLst>
              <a:gd name="connsiteX0" fmla="*/ 0 w 6185257"/>
              <a:gd name="connsiteY0" fmla="*/ 0 h 6453188"/>
              <a:gd name="connsiteX1" fmla="*/ 5506613 w 6185257"/>
              <a:gd name="connsiteY1" fmla="*/ 0 h 6453188"/>
              <a:gd name="connsiteX2" fmla="*/ 5681311 w 6185257"/>
              <a:gd name="connsiteY2" fmla="*/ 287562 h 6453188"/>
              <a:gd name="connsiteX3" fmla="*/ 6185257 w 6185257"/>
              <a:gd name="connsiteY3" fmla="*/ 2277800 h 6453188"/>
              <a:gd name="connsiteX4" fmla="*/ 2009871 w 6185257"/>
              <a:gd name="connsiteY4" fmla="*/ 6453188 h 6453188"/>
              <a:gd name="connsiteX5" fmla="*/ 245456 w 6185257"/>
              <a:gd name="connsiteY5" fmla="*/ 6063169 h 6453188"/>
              <a:gd name="connsiteX6" fmla="*/ 0 w 6185257"/>
              <a:gd name="connsiteY6" fmla="*/ 5935581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257" h="6453188">
                <a:moveTo>
                  <a:pt x="0" y="0"/>
                </a:moveTo>
                <a:lnTo>
                  <a:pt x="5506613" y="0"/>
                </a:lnTo>
                <a:lnTo>
                  <a:pt x="5681311" y="287562"/>
                </a:lnTo>
                <a:cubicBezTo>
                  <a:pt x="6002700" y="879187"/>
                  <a:pt x="6185257" y="1557174"/>
                  <a:pt x="6185257" y="2277800"/>
                </a:cubicBezTo>
                <a:cubicBezTo>
                  <a:pt x="6185257" y="4583803"/>
                  <a:pt x="4315873" y="6453188"/>
                  <a:pt x="2009871" y="6453188"/>
                </a:cubicBezTo>
                <a:cubicBezTo>
                  <a:pt x="1379323" y="6453188"/>
                  <a:pt x="781421" y="6313418"/>
                  <a:pt x="245456" y="6063169"/>
                </a:cubicBezTo>
                <a:lnTo>
                  <a:pt x="0" y="593558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12747" y="1784350"/>
            <a:ext cx="4395821" cy="1321269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2799" y="3744643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12748" y="3221453"/>
            <a:ext cx="4395821" cy="40735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400" b="1" kern="1200" spc="-6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4368470" y="0"/>
            <a:ext cx="2640953" cy="1981200"/>
          </a:xfrm>
          <a:custGeom>
            <a:avLst/>
            <a:gdLst>
              <a:gd name="connsiteX0" fmla="*/ 160166 w 2306204"/>
              <a:gd name="connsiteY0" fmla="*/ 0 h 1730077"/>
              <a:gd name="connsiteX1" fmla="*/ 2146038 w 2306204"/>
              <a:gd name="connsiteY1" fmla="*/ 0 h 1730077"/>
              <a:gd name="connsiteX2" fmla="*/ 2215588 w 2306204"/>
              <a:gd name="connsiteY2" fmla="*/ 128136 h 1730077"/>
              <a:gd name="connsiteX3" fmla="*/ 2306204 w 2306204"/>
              <a:gd name="connsiteY3" fmla="*/ 576975 h 1730077"/>
              <a:gd name="connsiteX4" fmla="*/ 1153102 w 2306204"/>
              <a:gd name="connsiteY4" fmla="*/ 1730077 h 1730077"/>
              <a:gd name="connsiteX5" fmla="*/ 0 w 2306204"/>
              <a:gd name="connsiteY5" fmla="*/ 576975 h 1730077"/>
              <a:gd name="connsiteX6" fmla="*/ 90617 w 2306204"/>
              <a:gd name="connsiteY6" fmla="*/ 128136 h 173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6204" h="1730077">
                <a:moveTo>
                  <a:pt x="160166" y="0"/>
                </a:moveTo>
                <a:lnTo>
                  <a:pt x="2146038" y="0"/>
                </a:lnTo>
                <a:lnTo>
                  <a:pt x="2215588" y="128136"/>
                </a:lnTo>
                <a:cubicBezTo>
                  <a:pt x="2273938" y="266091"/>
                  <a:pt x="2306204" y="417765"/>
                  <a:pt x="2306204" y="576975"/>
                </a:cubicBezTo>
                <a:cubicBezTo>
                  <a:pt x="2306204" y="1213816"/>
                  <a:pt x="1789943" y="1730077"/>
                  <a:pt x="1153102" y="1730077"/>
                </a:cubicBezTo>
                <a:cubicBezTo>
                  <a:pt x="516261" y="1730077"/>
                  <a:pt x="0" y="1213816"/>
                  <a:pt x="0" y="576975"/>
                </a:cubicBezTo>
                <a:cubicBezTo>
                  <a:pt x="0" y="417765"/>
                  <a:pt x="32267" y="266091"/>
                  <a:pt x="90617" y="1281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375" y="-1"/>
            <a:ext cx="2867025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5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53664" y="0"/>
            <a:ext cx="7138336" cy="6858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" y="2116183"/>
            <a:ext cx="12192000" cy="474181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7" name="Rectangle 16"/>
          <p:cNvSpPr/>
          <p:nvPr/>
        </p:nvSpPr>
        <p:spPr>
          <a:xfrm>
            <a:off x="0" y="4000500"/>
            <a:ext cx="12192000" cy="28575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1" name="Freeform 10"/>
          <p:cNvSpPr/>
          <p:nvPr/>
        </p:nvSpPr>
        <p:spPr>
          <a:xfrm>
            <a:off x="0" y="-1"/>
            <a:ext cx="6082748" cy="6858000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58872" y="0"/>
            <a:ext cx="4808209" cy="1622799"/>
            <a:chOff x="1958872" y="0"/>
            <a:chExt cx="4808209" cy="1622799"/>
          </a:xfrm>
        </p:grpSpPr>
        <p:sp>
          <p:nvSpPr>
            <p:cNvPr id="21" name="Freeform 20"/>
            <p:cNvSpPr/>
            <p:nvPr/>
          </p:nvSpPr>
          <p:spPr>
            <a:xfrm flipH="1">
              <a:off x="4881430" y="2"/>
              <a:ext cx="1885651" cy="558043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58872" y="0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282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000500"/>
            <a:ext cx="12192000" cy="28575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Freeform 11"/>
          <p:cNvSpPr/>
          <p:nvPr/>
        </p:nvSpPr>
        <p:spPr>
          <a:xfrm>
            <a:off x="0" y="-1"/>
            <a:ext cx="6082748" cy="6858000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016022" y="5235201"/>
            <a:ext cx="4808208" cy="1622799"/>
            <a:chOff x="2016022" y="5235201"/>
            <a:chExt cx="4808208" cy="1622799"/>
          </a:xfrm>
        </p:grpSpPr>
        <p:sp>
          <p:nvSpPr>
            <p:cNvPr id="13" name="Freeform 12"/>
            <p:cNvSpPr/>
            <p:nvPr/>
          </p:nvSpPr>
          <p:spPr>
            <a:xfrm flipH="1" flipV="1">
              <a:off x="4938579" y="6294040"/>
              <a:ext cx="1885651" cy="563959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V="1">
              <a:off x="2016022" y="5235201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699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250"/>
          <a:stretch/>
        </p:blipFill>
        <p:spPr>
          <a:xfrm flipH="1">
            <a:off x="10828" y="0"/>
            <a:ext cx="12181172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000500"/>
            <a:ext cx="12192000" cy="28575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3" name="Freeform 12"/>
          <p:cNvSpPr/>
          <p:nvPr/>
        </p:nvSpPr>
        <p:spPr>
          <a:xfrm>
            <a:off x="0" y="-1"/>
            <a:ext cx="6082748" cy="6858000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58872" y="0"/>
            <a:ext cx="4808209" cy="1622799"/>
            <a:chOff x="1958872" y="0"/>
            <a:chExt cx="4808209" cy="1622799"/>
          </a:xfrm>
        </p:grpSpPr>
        <p:sp>
          <p:nvSpPr>
            <p:cNvPr id="16" name="Freeform 15"/>
            <p:cNvSpPr/>
            <p:nvPr/>
          </p:nvSpPr>
          <p:spPr>
            <a:xfrm flipH="1">
              <a:off x="4881430" y="2"/>
              <a:ext cx="1885651" cy="558043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58872" y="0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31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5129230" y="0"/>
            <a:ext cx="7062770" cy="6858000"/>
          </a:xfrm>
          <a:custGeom>
            <a:avLst/>
            <a:gdLst>
              <a:gd name="connsiteX0" fmla="*/ 0 w 7062770"/>
              <a:gd name="connsiteY0" fmla="*/ 0 h 6858000"/>
              <a:gd name="connsiteX1" fmla="*/ 7062770 w 7062770"/>
              <a:gd name="connsiteY1" fmla="*/ 0 h 6858000"/>
              <a:gd name="connsiteX2" fmla="*/ 7062770 w 7062770"/>
              <a:gd name="connsiteY2" fmla="*/ 6858000 h 6858000"/>
              <a:gd name="connsiteX3" fmla="*/ 1685476 w 7062770"/>
              <a:gd name="connsiteY3" fmla="*/ 6858000 h 6858000"/>
              <a:gd name="connsiteX4" fmla="*/ 1642180 w 7062770"/>
              <a:gd name="connsiteY4" fmla="*/ 6778233 h 6858000"/>
              <a:gd name="connsiteX5" fmla="*/ 742651 w 7062770"/>
              <a:gd name="connsiteY5" fmla="*/ 6299957 h 6858000"/>
              <a:gd name="connsiteX6" fmla="*/ 471544 w 7062770"/>
              <a:gd name="connsiteY6" fmla="*/ 6334110 h 6858000"/>
              <a:gd name="connsiteX7" fmla="*/ 365837 w 7062770"/>
              <a:gd name="connsiteY7" fmla="*/ 6368404 h 6858000"/>
              <a:gd name="connsiteX8" fmla="*/ 414067 w 7062770"/>
              <a:gd name="connsiteY8" fmla="*/ 6260846 h 6858000"/>
              <a:gd name="connsiteX9" fmla="*/ 953519 w 7062770"/>
              <a:gd name="connsiteY9" fmla="*/ 3546038 h 6858000"/>
              <a:gd name="connsiteX10" fmla="*/ 99403 w 7062770"/>
              <a:gd name="connsiteY10" fmla="*/ 1728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62770" h="6858000">
                <a:moveTo>
                  <a:pt x="0" y="0"/>
                </a:moveTo>
                <a:lnTo>
                  <a:pt x="7062770" y="0"/>
                </a:lnTo>
                <a:lnTo>
                  <a:pt x="7062770" y="6858000"/>
                </a:lnTo>
                <a:lnTo>
                  <a:pt x="1685476" y="6858000"/>
                </a:lnTo>
                <a:lnTo>
                  <a:pt x="1642180" y="6778233"/>
                </a:lnTo>
                <a:cubicBezTo>
                  <a:pt x="1447235" y="6489676"/>
                  <a:pt x="1117099" y="6299957"/>
                  <a:pt x="742651" y="6299957"/>
                </a:cubicBezTo>
                <a:cubicBezTo>
                  <a:pt x="649039" y="6299957"/>
                  <a:pt x="558197" y="6311815"/>
                  <a:pt x="471544" y="6334110"/>
                </a:cubicBezTo>
                <a:lnTo>
                  <a:pt x="365837" y="6368404"/>
                </a:lnTo>
                <a:lnTo>
                  <a:pt x="414067" y="6260846"/>
                </a:lnTo>
                <a:cubicBezTo>
                  <a:pt x="761637" y="5424854"/>
                  <a:pt x="953519" y="4507855"/>
                  <a:pt x="953519" y="3546038"/>
                </a:cubicBezTo>
                <a:cubicBezTo>
                  <a:pt x="953519" y="2324684"/>
                  <a:pt x="644111" y="1175597"/>
                  <a:pt x="99403" y="1728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252000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5" name="Freeform 24"/>
          <p:cNvSpPr/>
          <p:nvPr/>
        </p:nvSpPr>
        <p:spPr>
          <a:xfrm>
            <a:off x="0" y="-2"/>
            <a:ext cx="6092273" cy="6858002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16022" y="5235201"/>
            <a:ext cx="4808208" cy="1622799"/>
            <a:chOff x="2016022" y="5235201"/>
            <a:chExt cx="4808208" cy="1622799"/>
          </a:xfrm>
        </p:grpSpPr>
        <p:sp>
          <p:nvSpPr>
            <p:cNvPr id="27" name="Freeform 26"/>
            <p:cNvSpPr/>
            <p:nvPr/>
          </p:nvSpPr>
          <p:spPr>
            <a:xfrm flipH="1" flipV="1">
              <a:off x="4938579" y="6294040"/>
              <a:ext cx="1885651" cy="563959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V="1">
              <a:off x="2016022" y="5235201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686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- Fiv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7989" y="444381"/>
            <a:ext cx="10742400" cy="726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400175" y="1656149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00175" y="2566297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400175" y="3476445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400175" y="4386594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400175" y="5296743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408978" y="1559236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8" hasCustomPrompt="1"/>
          </p:nvPr>
        </p:nvSpPr>
        <p:spPr>
          <a:xfrm>
            <a:off x="408978" y="5199830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08978" y="4289681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0" hasCustomPrompt="1"/>
          </p:nvPr>
        </p:nvSpPr>
        <p:spPr>
          <a:xfrm>
            <a:off x="408978" y="3379533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1" hasCustomPrompt="1"/>
          </p:nvPr>
        </p:nvSpPr>
        <p:spPr>
          <a:xfrm>
            <a:off x="408978" y="2469384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52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- Ten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7989" y="444381"/>
            <a:ext cx="10742400" cy="726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400175" y="1656149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00175" y="2566297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400175" y="3476445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400175" y="4386594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400175" y="5296743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408978" y="1559236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8" hasCustomPrompt="1"/>
          </p:nvPr>
        </p:nvSpPr>
        <p:spPr>
          <a:xfrm>
            <a:off x="408978" y="5199830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08978" y="4289681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0" hasCustomPrompt="1"/>
          </p:nvPr>
        </p:nvSpPr>
        <p:spPr>
          <a:xfrm>
            <a:off x="408978" y="3379533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1" hasCustomPrompt="1"/>
          </p:nvPr>
        </p:nvSpPr>
        <p:spPr>
          <a:xfrm>
            <a:off x="408978" y="2469384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22" hasCustomPrompt="1"/>
          </p:nvPr>
        </p:nvSpPr>
        <p:spPr>
          <a:xfrm>
            <a:off x="5743804" y="1559236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23" hasCustomPrompt="1"/>
          </p:nvPr>
        </p:nvSpPr>
        <p:spPr>
          <a:xfrm>
            <a:off x="5743804" y="5199830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1" name="Text Placeholder 28"/>
          <p:cNvSpPr>
            <a:spLocks noGrp="1"/>
          </p:cNvSpPr>
          <p:nvPr>
            <p:ph type="body" sz="quarter" idx="24" hasCustomPrompt="1"/>
          </p:nvPr>
        </p:nvSpPr>
        <p:spPr>
          <a:xfrm>
            <a:off x="5743804" y="4289681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3" name="Text Placeholder 29"/>
          <p:cNvSpPr>
            <a:spLocks noGrp="1"/>
          </p:cNvSpPr>
          <p:nvPr>
            <p:ph type="body" sz="quarter" idx="25" hasCustomPrompt="1"/>
          </p:nvPr>
        </p:nvSpPr>
        <p:spPr>
          <a:xfrm>
            <a:off x="5743804" y="3379533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26" hasCustomPrompt="1"/>
          </p:nvPr>
        </p:nvSpPr>
        <p:spPr>
          <a:xfrm>
            <a:off x="5743804" y="2469384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27"/>
          </p:nvPr>
        </p:nvSpPr>
        <p:spPr>
          <a:xfrm>
            <a:off x="6722714" y="1656149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6722714" y="2566297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29"/>
          </p:nvPr>
        </p:nvSpPr>
        <p:spPr>
          <a:xfrm>
            <a:off x="6722714" y="3476445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30"/>
          </p:nvPr>
        </p:nvSpPr>
        <p:spPr>
          <a:xfrm>
            <a:off x="6722714" y="4386594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722714" y="5296743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23014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9" y="1557339"/>
            <a:ext cx="10742612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08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07987" y="1557339"/>
            <a:ext cx="5281200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5870454" y="1557339"/>
            <a:ext cx="5281200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11932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>
          <a:xfrm>
            <a:off x="6109253" y="0"/>
            <a:ext cx="6082748" cy="6858000"/>
          </a:xfrm>
          <a:custGeom>
            <a:avLst/>
            <a:gdLst>
              <a:gd name="connsiteX0" fmla="*/ 953520 w 6082748"/>
              <a:gd name="connsiteY0" fmla="*/ 0 h 6858000"/>
              <a:gd name="connsiteX1" fmla="*/ 6082748 w 6082748"/>
              <a:gd name="connsiteY1" fmla="*/ 0 h 6858000"/>
              <a:gd name="connsiteX2" fmla="*/ 6082748 w 6082748"/>
              <a:gd name="connsiteY2" fmla="*/ 6858000 h 6858000"/>
              <a:gd name="connsiteX3" fmla="*/ 822772 w 6082748"/>
              <a:gd name="connsiteY3" fmla="*/ 6858000 h 6858000"/>
              <a:gd name="connsiteX4" fmla="*/ 697836 w 6082748"/>
              <a:gd name="connsiteY4" fmla="*/ 6614064 h 6858000"/>
              <a:gd name="connsiteX5" fmla="*/ 0 w 6082748"/>
              <a:gd name="connsiteY5" fmla="*/ 3546039 h 6858000"/>
              <a:gd name="connsiteX6" fmla="*/ 854115 w 6082748"/>
              <a:gd name="connsiteY6" fmla="*/ 17288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953520" y="0"/>
                </a:moveTo>
                <a:lnTo>
                  <a:pt x="6082748" y="0"/>
                </a:lnTo>
                <a:lnTo>
                  <a:pt x="6082748" y="6858000"/>
                </a:lnTo>
                <a:lnTo>
                  <a:pt x="822772" y="6858000"/>
                </a:lnTo>
                <a:lnTo>
                  <a:pt x="697836" y="6614064"/>
                </a:lnTo>
                <a:cubicBezTo>
                  <a:pt x="250620" y="5685940"/>
                  <a:pt x="0" y="4645258"/>
                  <a:pt x="0" y="3546039"/>
                </a:cubicBezTo>
                <a:cubicBezTo>
                  <a:pt x="0" y="2324685"/>
                  <a:pt x="309407" y="1175598"/>
                  <a:pt x="854115" y="17288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07988" y="1557339"/>
            <a:ext cx="4842000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7989" y="444381"/>
            <a:ext cx="4842000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57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lou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 flipH="1">
            <a:off x="6109251" y="0"/>
            <a:ext cx="6082749" cy="6858000"/>
          </a:xfrm>
          <a:custGeom>
            <a:avLst/>
            <a:gdLst>
              <a:gd name="connsiteX0" fmla="*/ 0 w 6082749"/>
              <a:gd name="connsiteY0" fmla="*/ 0 h 6858000"/>
              <a:gd name="connsiteX1" fmla="*/ 5129228 w 6082749"/>
              <a:gd name="connsiteY1" fmla="*/ 0 h 6858000"/>
              <a:gd name="connsiteX2" fmla="*/ 5228633 w 6082749"/>
              <a:gd name="connsiteY2" fmla="*/ 172882 h 6858000"/>
              <a:gd name="connsiteX3" fmla="*/ 6082749 w 6082749"/>
              <a:gd name="connsiteY3" fmla="*/ 3546039 h 6858000"/>
              <a:gd name="connsiteX4" fmla="*/ 5384912 w 6082749"/>
              <a:gd name="connsiteY4" fmla="*/ 6614064 h 6858000"/>
              <a:gd name="connsiteX5" fmla="*/ 5259976 w 6082749"/>
              <a:gd name="connsiteY5" fmla="*/ 6858000 h 6858000"/>
              <a:gd name="connsiteX6" fmla="*/ 0 w 60827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9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9" y="2324685"/>
                  <a:pt x="6082749" y="3546039"/>
                </a:cubicBezTo>
                <a:cubicBezTo>
                  <a:pt x="6082749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07988" y="1557339"/>
            <a:ext cx="4842000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7989" y="444381"/>
            <a:ext cx="4842000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56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" y="0"/>
            <a:ext cx="6082749" cy="6858000"/>
          </a:xfrm>
          <a:custGeom>
            <a:avLst/>
            <a:gdLst>
              <a:gd name="connsiteX0" fmla="*/ 0 w 6082749"/>
              <a:gd name="connsiteY0" fmla="*/ 0 h 6858000"/>
              <a:gd name="connsiteX1" fmla="*/ 5129228 w 6082749"/>
              <a:gd name="connsiteY1" fmla="*/ 0 h 6858000"/>
              <a:gd name="connsiteX2" fmla="*/ 5228633 w 6082749"/>
              <a:gd name="connsiteY2" fmla="*/ 172882 h 6858000"/>
              <a:gd name="connsiteX3" fmla="*/ 6082749 w 6082749"/>
              <a:gd name="connsiteY3" fmla="*/ 3546039 h 6858000"/>
              <a:gd name="connsiteX4" fmla="*/ 5384912 w 6082749"/>
              <a:gd name="connsiteY4" fmla="*/ 6614064 h 6858000"/>
              <a:gd name="connsiteX5" fmla="*/ 5259976 w 6082749"/>
              <a:gd name="connsiteY5" fmla="*/ 6858000 h 6858000"/>
              <a:gd name="connsiteX6" fmla="*/ 0 w 60827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9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9" y="2324685"/>
                  <a:pt x="6082749" y="3546039"/>
                </a:cubicBezTo>
                <a:cubicBezTo>
                  <a:pt x="6082749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7250" y="446087"/>
            <a:ext cx="4843349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6307249" y="1557339"/>
            <a:ext cx="4843351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46179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Colou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3" y="0"/>
            <a:ext cx="6082749" cy="6858000"/>
          </a:xfrm>
          <a:custGeom>
            <a:avLst/>
            <a:gdLst>
              <a:gd name="connsiteX0" fmla="*/ 0 w 6082749"/>
              <a:gd name="connsiteY0" fmla="*/ 0 h 6858000"/>
              <a:gd name="connsiteX1" fmla="*/ 5129228 w 6082749"/>
              <a:gd name="connsiteY1" fmla="*/ 0 h 6858000"/>
              <a:gd name="connsiteX2" fmla="*/ 5228633 w 6082749"/>
              <a:gd name="connsiteY2" fmla="*/ 172882 h 6858000"/>
              <a:gd name="connsiteX3" fmla="*/ 6082749 w 6082749"/>
              <a:gd name="connsiteY3" fmla="*/ 3546039 h 6858000"/>
              <a:gd name="connsiteX4" fmla="*/ 5384912 w 6082749"/>
              <a:gd name="connsiteY4" fmla="*/ 6614064 h 6858000"/>
              <a:gd name="connsiteX5" fmla="*/ 5259976 w 6082749"/>
              <a:gd name="connsiteY5" fmla="*/ 6858000 h 6858000"/>
              <a:gd name="connsiteX6" fmla="*/ 0 w 60827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9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9" y="2324685"/>
                  <a:pt x="6082749" y="3546039"/>
                </a:cubicBezTo>
                <a:cubicBezTo>
                  <a:pt x="6082749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7250" y="446087"/>
            <a:ext cx="4843349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6307249" y="1557339"/>
            <a:ext cx="4843351" cy="439261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63752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08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- Text and 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07989" y="1557338"/>
            <a:ext cx="52812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5870578" y="1557338"/>
            <a:ext cx="52812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407988" y="3352800"/>
            <a:ext cx="52812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6"/>
          </p:nvPr>
        </p:nvSpPr>
        <p:spPr>
          <a:xfrm>
            <a:off x="5870643" y="3352802"/>
            <a:ext cx="52812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37147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Content - Text and 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07989" y="1557338"/>
            <a:ext cx="34596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049454" y="1557338"/>
            <a:ext cx="34596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7690919" y="1557338"/>
            <a:ext cx="34596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407989" y="3352800"/>
            <a:ext cx="34596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8"/>
          </p:nvPr>
        </p:nvSpPr>
        <p:spPr>
          <a:xfrm>
            <a:off x="4049454" y="3352800"/>
            <a:ext cx="34596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>
          <a:xfrm>
            <a:off x="7690920" y="3352800"/>
            <a:ext cx="34596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78967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 - Text and 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07990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3139153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5870316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601480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9" name="Content Placeholder 2"/>
          <p:cNvSpPr>
            <a:spLocks noGrp="1"/>
          </p:cNvSpPr>
          <p:nvPr>
            <p:ph idx="13"/>
          </p:nvPr>
        </p:nvSpPr>
        <p:spPr>
          <a:xfrm>
            <a:off x="407989" y="3352800"/>
            <a:ext cx="25488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0"/>
          </p:nvPr>
        </p:nvSpPr>
        <p:spPr>
          <a:xfrm>
            <a:off x="3139153" y="3352800"/>
            <a:ext cx="25488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21"/>
          </p:nvPr>
        </p:nvSpPr>
        <p:spPr>
          <a:xfrm>
            <a:off x="5870317" y="3352800"/>
            <a:ext cx="25488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22"/>
          </p:nvPr>
        </p:nvSpPr>
        <p:spPr>
          <a:xfrm>
            <a:off x="8601480" y="3352800"/>
            <a:ext cx="2548800" cy="2597149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73214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56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80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erel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70" y="444381"/>
            <a:ext cx="10742400" cy="7268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49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Slide - Gre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V="1">
            <a:off x="8638392" y="2727063"/>
            <a:ext cx="3553608" cy="4130937"/>
            <a:chOff x="8638391" y="0"/>
            <a:chExt cx="3553608" cy="413093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75924" y="0"/>
              <a:ext cx="2316075" cy="2108500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8638391" y="1054250"/>
              <a:ext cx="3076687" cy="3076687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9573" y="1071561"/>
            <a:ext cx="7359651" cy="4392612"/>
          </a:xfrm>
        </p:spPr>
        <p:txBody>
          <a:bodyPr anchor="ctr">
            <a:normAutofit/>
          </a:bodyPr>
          <a:lstStyle>
            <a:lvl1pPr>
              <a:lnSpc>
                <a:spcPct val="75000"/>
              </a:lnSpc>
              <a:defRPr sz="48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Bef>
                <a:spcPts val="0"/>
              </a:spcBef>
              <a:buNone/>
              <a:defRPr lang="en-US" sz="4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07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9573" y="1071561"/>
            <a:ext cx="7359651" cy="4392612"/>
          </a:xfrm>
        </p:spPr>
        <p:txBody>
          <a:bodyPr anchor="ctr">
            <a:normAutofit/>
          </a:bodyPr>
          <a:lstStyle>
            <a:lvl1pPr>
              <a:lnSpc>
                <a:spcPct val="75000"/>
              </a:lnSpc>
              <a:defRPr sz="4800" b="0"/>
            </a:lvl1pPr>
            <a:lvl2pPr marL="0" indent="0">
              <a:lnSpc>
                <a:spcPct val="75000"/>
              </a:lnSpc>
              <a:spcBef>
                <a:spcPts val="0"/>
              </a:spcBef>
              <a:buNone/>
              <a:defRPr lang="en-US" sz="48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5" name="Group 4"/>
          <p:cNvGrpSpPr/>
          <p:nvPr/>
        </p:nvGrpSpPr>
        <p:grpSpPr>
          <a:xfrm flipV="1">
            <a:off x="6890383" y="3127787"/>
            <a:ext cx="5301617" cy="3730213"/>
            <a:chOff x="6890384" y="0"/>
            <a:chExt cx="5301617" cy="3730213"/>
          </a:xfrm>
        </p:grpSpPr>
        <p:sp>
          <p:nvSpPr>
            <p:cNvPr id="6" name="Freeform 5"/>
            <p:cNvSpPr/>
            <p:nvPr/>
          </p:nvSpPr>
          <p:spPr>
            <a:xfrm>
              <a:off x="8595360" y="0"/>
              <a:ext cx="3596641" cy="3730213"/>
            </a:xfrm>
            <a:custGeom>
              <a:avLst/>
              <a:gdLst>
                <a:gd name="connsiteX0" fmla="*/ 690220 w 3596641"/>
                <a:gd name="connsiteY0" fmla="*/ 0 h 3730213"/>
                <a:gd name="connsiteX1" fmla="*/ 3596641 w 3596641"/>
                <a:gd name="connsiteY1" fmla="*/ 0 h 3730213"/>
                <a:gd name="connsiteX2" fmla="*/ 3596641 w 3596641"/>
                <a:gd name="connsiteY2" fmla="*/ 3171742 h 3730213"/>
                <a:gd name="connsiteX3" fmla="*/ 3523218 w 3596641"/>
                <a:gd name="connsiteY3" fmla="*/ 3238474 h 3730213"/>
                <a:gd name="connsiteX4" fmla="*/ 2153434 w 3596641"/>
                <a:gd name="connsiteY4" fmla="*/ 3730213 h 3730213"/>
                <a:gd name="connsiteX5" fmla="*/ 0 w 3596641"/>
                <a:gd name="connsiteY5" fmla="*/ 1576779 h 3730213"/>
                <a:gd name="connsiteX6" fmla="*/ 630726 w 3596641"/>
                <a:gd name="connsiteY6" fmla="*/ 54071 h 373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96641" h="3730213">
                  <a:moveTo>
                    <a:pt x="690220" y="0"/>
                  </a:moveTo>
                  <a:lnTo>
                    <a:pt x="3596641" y="0"/>
                  </a:lnTo>
                  <a:lnTo>
                    <a:pt x="3596641" y="3171742"/>
                  </a:lnTo>
                  <a:lnTo>
                    <a:pt x="3523218" y="3238474"/>
                  </a:lnTo>
                  <a:cubicBezTo>
                    <a:pt x="3150978" y="3545674"/>
                    <a:pt x="2673757" y="3730213"/>
                    <a:pt x="2153434" y="3730213"/>
                  </a:cubicBezTo>
                  <a:cubicBezTo>
                    <a:pt x="964125" y="3730213"/>
                    <a:pt x="0" y="2766088"/>
                    <a:pt x="0" y="1576779"/>
                  </a:cubicBezTo>
                  <a:cubicBezTo>
                    <a:pt x="0" y="982125"/>
                    <a:pt x="241031" y="443766"/>
                    <a:pt x="630726" y="5407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0384" y="0"/>
              <a:ext cx="3307866" cy="1573916"/>
            </a:xfrm>
            <a:prstGeom prst="rect">
              <a:avLst/>
            </a:prstGeom>
          </p:spPr>
        </p:pic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22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5129230" y="0"/>
            <a:ext cx="7062770" cy="6858000"/>
          </a:xfrm>
          <a:custGeom>
            <a:avLst/>
            <a:gdLst>
              <a:gd name="connsiteX0" fmla="*/ 0 w 7062770"/>
              <a:gd name="connsiteY0" fmla="*/ 0 h 6858000"/>
              <a:gd name="connsiteX1" fmla="*/ 7062770 w 7062770"/>
              <a:gd name="connsiteY1" fmla="*/ 0 h 6858000"/>
              <a:gd name="connsiteX2" fmla="*/ 7062770 w 7062770"/>
              <a:gd name="connsiteY2" fmla="*/ 6858000 h 6858000"/>
              <a:gd name="connsiteX3" fmla="*/ 1685476 w 7062770"/>
              <a:gd name="connsiteY3" fmla="*/ 6858000 h 6858000"/>
              <a:gd name="connsiteX4" fmla="*/ 1642180 w 7062770"/>
              <a:gd name="connsiteY4" fmla="*/ 6778233 h 6858000"/>
              <a:gd name="connsiteX5" fmla="*/ 742651 w 7062770"/>
              <a:gd name="connsiteY5" fmla="*/ 6299957 h 6858000"/>
              <a:gd name="connsiteX6" fmla="*/ 471544 w 7062770"/>
              <a:gd name="connsiteY6" fmla="*/ 6334110 h 6858000"/>
              <a:gd name="connsiteX7" fmla="*/ 365837 w 7062770"/>
              <a:gd name="connsiteY7" fmla="*/ 6368404 h 6858000"/>
              <a:gd name="connsiteX8" fmla="*/ 414067 w 7062770"/>
              <a:gd name="connsiteY8" fmla="*/ 6260846 h 6858000"/>
              <a:gd name="connsiteX9" fmla="*/ 953519 w 7062770"/>
              <a:gd name="connsiteY9" fmla="*/ 3546038 h 6858000"/>
              <a:gd name="connsiteX10" fmla="*/ 99403 w 7062770"/>
              <a:gd name="connsiteY10" fmla="*/ 1728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62770" h="6858000">
                <a:moveTo>
                  <a:pt x="0" y="0"/>
                </a:moveTo>
                <a:lnTo>
                  <a:pt x="7062770" y="0"/>
                </a:lnTo>
                <a:lnTo>
                  <a:pt x="7062770" y="6858000"/>
                </a:lnTo>
                <a:lnTo>
                  <a:pt x="1685476" y="6858000"/>
                </a:lnTo>
                <a:lnTo>
                  <a:pt x="1642180" y="6778233"/>
                </a:lnTo>
                <a:cubicBezTo>
                  <a:pt x="1447235" y="6489676"/>
                  <a:pt x="1117099" y="6299957"/>
                  <a:pt x="742651" y="6299957"/>
                </a:cubicBezTo>
                <a:cubicBezTo>
                  <a:pt x="649039" y="6299957"/>
                  <a:pt x="558197" y="6311815"/>
                  <a:pt x="471544" y="6334110"/>
                </a:cubicBezTo>
                <a:lnTo>
                  <a:pt x="365837" y="6368404"/>
                </a:lnTo>
                <a:lnTo>
                  <a:pt x="414067" y="6260846"/>
                </a:lnTo>
                <a:cubicBezTo>
                  <a:pt x="761637" y="5424854"/>
                  <a:pt x="953519" y="4507855"/>
                  <a:pt x="953519" y="3546038"/>
                </a:cubicBezTo>
                <a:cubicBezTo>
                  <a:pt x="953519" y="2324684"/>
                  <a:pt x="644111" y="1175597"/>
                  <a:pt x="99403" y="1728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252000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5" name="Freeform 24"/>
          <p:cNvSpPr/>
          <p:nvPr/>
        </p:nvSpPr>
        <p:spPr>
          <a:xfrm>
            <a:off x="0" y="-2"/>
            <a:ext cx="6092273" cy="6858002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grpSp>
        <p:nvGrpSpPr>
          <p:cNvPr id="2" name="Group 1"/>
          <p:cNvGrpSpPr/>
          <p:nvPr/>
        </p:nvGrpSpPr>
        <p:grpSpPr>
          <a:xfrm>
            <a:off x="2016022" y="5235201"/>
            <a:ext cx="4808208" cy="1622799"/>
            <a:chOff x="2016022" y="5235201"/>
            <a:chExt cx="4808208" cy="1622799"/>
          </a:xfrm>
        </p:grpSpPr>
        <p:sp>
          <p:nvSpPr>
            <p:cNvPr id="27" name="Freeform 26"/>
            <p:cNvSpPr/>
            <p:nvPr/>
          </p:nvSpPr>
          <p:spPr>
            <a:xfrm flipH="1" flipV="1">
              <a:off x="4938579" y="6294040"/>
              <a:ext cx="1885651" cy="563959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V="1">
              <a:off x="2016022" y="5235201"/>
              <a:ext cx="3576567" cy="1622799"/>
            </a:xfrm>
            <a:prstGeom prst="rect">
              <a:avLst/>
            </a:prstGeom>
          </p:spPr>
        </p:pic>
      </p:grpSp>
      <p:sp>
        <p:nvSpPr>
          <p:cNvPr id="10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9573" y="1232694"/>
            <a:ext cx="4962527" cy="4392612"/>
          </a:xfrm>
        </p:spPr>
        <p:txBody>
          <a:bodyPr anchor="ctr">
            <a:normAutofit/>
          </a:bodyPr>
          <a:lstStyle>
            <a:lvl1pPr>
              <a:lnSpc>
                <a:spcPct val="75000"/>
              </a:lnSpc>
              <a:defRPr sz="35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75000"/>
              </a:lnSpc>
              <a:spcBef>
                <a:spcPts val="1000"/>
              </a:spcBef>
              <a:buNone/>
              <a:defRPr lang="en-US" sz="24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75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190299" y="1366222"/>
            <a:ext cx="9811401" cy="4917782"/>
          </a:xfrm>
          <a:prstGeom prst="rect">
            <a:avLst/>
          </a:prstGeo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11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tIns="2844000"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Insert video here</a:t>
            </a:r>
          </a:p>
        </p:txBody>
      </p:sp>
    </p:spTree>
    <p:extLst>
      <p:ext uri="{BB962C8B-B14F-4D97-AF65-F5344CB8AC3E}">
        <p14:creationId xmlns:p14="http://schemas.microsoft.com/office/powerpoint/2010/main" val="269728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94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90177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65887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6581" y="0"/>
            <a:ext cx="12193796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pt-BR" sz="1867" dirty="0"/>
          </a:p>
        </p:txBody>
      </p:sp>
      <p:sp>
        <p:nvSpPr>
          <p:cNvPr id="3" name="Retângulo 2"/>
          <p:cNvSpPr/>
          <p:nvPr/>
        </p:nvSpPr>
        <p:spPr>
          <a:xfrm>
            <a:off x="673107" y="0"/>
            <a:ext cx="115189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867" b="0">
              <a:solidFill>
                <a:prstClr val="white"/>
              </a:solidFill>
            </a:endParaRPr>
          </a:p>
        </p:txBody>
      </p:sp>
      <p:sp>
        <p:nvSpPr>
          <p:cNvPr id="7" name="Rectangle 2"/>
          <p:cNvSpPr txBox="1">
            <a:spLocks noGrp="1"/>
          </p:cNvSpPr>
          <p:nvPr>
            <p:ph type="title"/>
          </p:nvPr>
        </p:nvSpPr>
        <p:spPr bwMode="auto">
          <a:xfrm>
            <a:off x="914400" y="53752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 dirty="0"/>
          </a:p>
        </p:txBody>
      </p:sp>
      <p:sp>
        <p:nvSpPr>
          <p:cNvPr id="8" name="Rectangle 3"/>
          <p:cNvSpPr txBox="1">
            <a:spLocks noGrp="1"/>
          </p:cNvSpPr>
          <p:nvPr>
            <p:ph idx="1"/>
          </p:nvPr>
        </p:nvSpPr>
        <p:spPr bwMode="auto">
          <a:xfrm>
            <a:off x="914400" y="1700808"/>
            <a:ext cx="10363200" cy="4395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17144035"/>
      </p:ext>
    </p:extLst>
  </p:cSld>
  <p:clrMapOvr>
    <a:masterClrMapping/>
  </p:clrMapOvr>
  <p:transition/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lide layou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386ED7-17E3-7D48-B7D0-476367BCF55B}"/>
              </a:ext>
            </a:extLst>
          </p:cNvPr>
          <p:cNvSpPr/>
          <p:nvPr/>
        </p:nvSpPr>
        <p:spPr>
          <a:xfrm>
            <a:off x="0" y="0"/>
            <a:ext cx="609282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A9A4B9-38F4-BA47-9EB5-17C4D89830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2825" y="0"/>
            <a:ext cx="6099175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84C0FB-F71E-2348-A899-2AEC8887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F164E28-A317-0E44-9DE8-2D5BDA0C36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B62D6FB-CB4A-554D-9791-5BAAFF5E6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4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ctr">
              <a:defRPr sz="32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9700683" y="6503062"/>
            <a:ext cx="2540000" cy="39663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B190DA-81C5-4C07-A51F-D4BF2952961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1883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27F1B-3CC4-E30B-4D99-83B46CF9A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73949E-3950-A689-4357-DE0267287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6D5FEC-BDC8-5778-6D0B-5A6F74AF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70EA-7021-4F28-834E-6439F63AFC5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EEF52-4787-14F1-8EE1-B2632B39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820D92-F035-5B53-2FD4-3F02DF5F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D9CB-9C5F-4B68-A864-FF1A0E755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6386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2000"/>
                </a:schemeClr>
              </a:gs>
              <a:gs pos="67000">
                <a:schemeClr val="tx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11422856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1143381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2" y="5175392"/>
            <a:ext cx="11433817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accent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4813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12192000" cy="686561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2000"/>
                </a:schemeClr>
              </a:gs>
              <a:gs pos="67000">
                <a:schemeClr val="tx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11422856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1143381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2" y="5175392"/>
            <a:ext cx="11433817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accent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91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4000"/>
                </a:schemeClr>
              </a:gs>
              <a:gs pos="72000">
                <a:schemeClr val="tx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11422856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1143381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2" y="5175393"/>
            <a:ext cx="11433817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accent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5770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ere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9572" y="3715127"/>
            <a:ext cx="6315078" cy="1392667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9572" y="5747098"/>
            <a:ext cx="6321138" cy="702000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09573" y="5175393"/>
            <a:ext cx="6321138" cy="50410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800" b="1" kern="1200" spc="-6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776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otligh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 10"/>
          <p:cNvSpPr/>
          <p:nvPr/>
        </p:nvSpPr>
        <p:spPr>
          <a:xfrm>
            <a:off x="0" y="0"/>
            <a:ext cx="6185257" cy="6453188"/>
          </a:xfrm>
          <a:custGeom>
            <a:avLst/>
            <a:gdLst>
              <a:gd name="connsiteX0" fmla="*/ 0 w 6185257"/>
              <a:gd name="connsiteY0" fmla="*/ 0 h 6453188"/>
              <a:gd name="connsiteX1" fmla="*/ 5506613 w 6185257"/>
              <a:gd name="connsiteY1" fmla="*/ 0 h 6453188"/>
              <a:gd name="connsiteX2" fmla="*/ 5681311 w 6185257"/>
              <a:gd name="connsiteY2" fmla="*/ 287562 h 6453188"/>
              <a:gd name="connsiteX3" fmla="*/ 6185257 w 6185257"/>
              <a:gd name="connsiteY3" fmla="*/ 2277800 h 6453188"/>
              <a:gd name="connsiteX4" fmla="*/ 2009871 w 6185257"/>
              <a:gd name="connsiteY4" fmla="*/ 6453188 h 6453188"/>
              <a:gd name="connsiteX5" fmla="*/ 245456 w 6185257"/>
              <a:gd name="connsiteY5" fmla="*/ 6063169 h 6453188"/>
              <a:gd name="connsiteX6" fmla="*/ 0 w 6185257"/>
              <a:gd name="connsiteY6" fmla="*/ 5935581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257" h="6453188">
                <a:moveTo>
                  <a:pt x="0" y="0"/>
                </a:moveTo>
                <a:lnTo>
                  <a:pt x="5506613" y="0"/>
                </a:lnTo>
                <a:lnTo>
                  <a:pt x="5681311" y="287562"/>
                </a:lnTo>
                <a:cubicBezTo>
                  <a:pt x="6002700" y="879187"/>
                  <a:pt x="6185257" y="1557174"/>
                  <a:pt x="6185257" y="2277800"/>
                </a:cubicBezTo>
                <a:cubicBezTo>
                  <a:pt x="6185257" y="4583803"/>
                  <a:pt x="4315873" y="6453188"/>
                  <a:pt x="2009871" y="6453188"/>
                </a:cubicBezTo>
                <a:cubicBezTo>
                  <a:pt x="1379323" y="6453188"/>
                  <a:pt x="781421" y="6313418"/>
                  <a:pt x="245456" y="6063169"/>
                </a:cubicBezTo>
                <a:lnTo>
                  <a:pt x="0" y="593558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368470" y="0"/>
            <a:ext cx="2640953" cy="1981200"/>
          </a:xfrm>
          <a:custGeom>
            <a:avLst/>
            <a:gdLst>
              <a:gd name="connsiteX0" fmla="*/ 160166 w 2306204"/>
              <a:gd name="connsiteY0" fmla="*/ 0 h 1730077"/>
              <a:gd name="connsiteX1" fmla="*/ 2146038 w 2306204"/>
              <a:gd name="connsiteY1" fmla="*/ 0 h 1730077"/>
              <a:gd name="connsiteX2" fmla="*/ 2215588 w 2306204"/>
              <a:gd name="connsiteY2" fmla="*/ 128136 h 1730077"/>
              <a:gd name="connsiteX3" fmla="*/ 2306204 w 2306204"/>
              <a:gd name="connsiteY3" fmla="*/ 576975 h 1730077"/>
              <a:gd name="connsiteX4" fmla="*/ 1153102 w 2306204"/>
              <a:gd name="connsiteY4" fmla="*/ 1730077 h 1730077"/>
              <a:gd name="connsiteX5" fmla="*/ 0 w 2306204"/>
              <a:gd name="connsiteY5" fmla="*/ 576975 h 1730077"/>
              <a:gd name="connsiteX6" fmla="*/ 90617 w 2306204"/>
              <a:gd name="connsiteY6" fmla="*/ 128136 h 173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6204" h="1730077">
                <a:moveTo>
                  <a:pt x="160166" y="0"/>
                </a:moveTo>
                <a:lnTo>
                  <a:pt x="2146038" y="0"/>
                </a:lnTo>
                <a:lnTo>
                  <a:pt x="2215588" y="128136"/>
                </a:lnTo>
                <a:cubicBezTo>
                  <a:pt x="2273938" y="266091"/>
                  <a:pt x="2306204" y="417765"/>
                  <a:pt x="2306204" y="576975"/>
                </a:cubicBezTo>
                <a:cubicBezTo>
                  <a:pt x="2306204" y="1213816"/>
                  <a:pt x="1789943" y="1730077"/>
                  <a:pt x="1153102" y="1730077"/>
                </a:cubicBezTo>
                <a:cubicBezTo>
                  <a:pt x="516261" y="1730077"/>
                  <a:pt x="0" y="1213816"/>
                  <a:pt x="0" y="576975"/>
                </a:cubicBezTo>
                <a:cubicBezTo>
                  <a:pt x="0" y="417765"/>
                  <a:pt x="32267" y="266091"/>
                  <a:pt x="90617" y="1281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12747" y="1784350"/>
            <a:ext cx="4395821" cy="1321269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2799" y="3744643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12748" y="3221453"/>
            <a:ext cx="4395821" cy="40735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400" b="1" kern="1200" spc="-6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375" y="-1"/>
            <a:ext cx="2867025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7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otligh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220" y="0"/>
            <a:ext cx="7383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12"/>
          <p:cNvSpPr/>
          <p:nvPr/>
        </p:nvSpPr>
        <p:spPr>
          <a:xfrm>
            <a:off x="0" y="0"/>
            <a:ext cx="6185257" cy="6453188"/>
          </a:xfrm>
          <a:custGeom>
            <a:avLst/>
            <a:gdLst>
              <a:gd name="connsiteX0" fmla="*/ 0 w 6185257"/>
              <a:gd name="connsiteY0" fmla="*/ 0 h 6453188"/>
              <a:gd name="connsiteX1" fmla="*/ 5506613 w 6185257"/>
              <a:gd name="connsiteY1" fmla="*/ 0 h 6453188"/>
              <a:gd name="connsiteX2" fmla="*/ 5681311 w 6185257"/>
              <a:gd name="connsiteY2" fmla="*/ 287562 h 6453188"/>
              <a:gd name="connsiteX3" fmla="*/ 6185257 w 6185257"/>
              <a:gd name="connsiteY3" fmla="*/ 2277800 h 6453188"/>
              <a:gd name="connsiteX4" fmla="*/ 2009871 w 6185257"/>
              <a:gd name="connsiteY4" fmla="*/ 6453188 h 6453188"/>
              <a:gd name="connsiteX5" fmla="*/ 245456 w 6185257"/>
              <a:gd name="connsiteY5" fmla="*/ 6063169 h 6453188"/>
              <a:gd name="connsiteX6" fmla="*/ 0 w 6185257"/>
              <a:gd name="connsiteY6" fmla="*/ 5935581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257" h="6453188">
                <a:moveTo>
                  <a:pt x="0" y="0"/>
                </a:moveTo>
                <a:lnTo>
                  <a:pt x="5506613" y="0"/>
                </a:lnTo>
                <a:lnTo>
                  <a:pt x="5681311" y="287562"/>
                </a:lnTo>
                <a:cubicBezTo>
                  <a:pt x="6002700" y="879187"/>
                  <a:pt x="6185257" y="1557174"/>
                  <a:pt x="6185257" y="2277800"/>
                </a:cubicBezTo>
                <a:cubicBezTo>
                  <a:pt x="6185257" y="4583803"/>
                  <a:pt x="4315873" y="6453188"/>
                  <a:pt x="2009871" y="6453188"/>
                </a:cubicBezTo>
                <a:cubicBezTo>
                  <a:pt x="1379323" y="6453188"/>
                  <a:pt x="781421" y="6313418"/>
                  <a:pt x="245456" y="6063169"/>
                </a:cubicBezTo>
                <a:lnTo>
                  <a:pt x="0" y="593558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4368470" y="0"/>
            <a:ext cx="2640953" cy="1981200"/>
          </a:xfrm>
          <a:custGeom>
            <a:avLst/>
            <a:gdLst>
              <a:gd name="connsiteX0" fmla="*/ 160166 w 2306204"/>
              <a:gd name="connsiteY0" fmla="*/ 0 h 1730077"/>
              <a:gd name="connsiteX1" fmla="*/ 2146038 w 2306204"/>
              <a:gd name="connsiteY1" fmla="*/ 0 h 1730077"/>
              <a:gd name="connsiteX2" fmla="*/ 2215588 w 2306204"/>
              <a:gd name="connsiteY2" fmla="*/ 128136 h 1730077"/>
              <a:gd name="connsiteX3" fmla="*/ 2306204 w 2306204"/>
              <a:gd name="connsiteY3" fmla="*/ 576975 h 1730077"/>
              <a:gd name="connsiteX4" fmla="*/ 1153102 w 2306204"/>
              <a:gd name="connsiteY4" fmla="*/ 1730077 h 1730077"/>
              <a:gd name="connsiteX5" fmla="*/ 0 w 2306204"/>
              <a:gd name="connsiteY5" fmla="*/ 576975 h 1730077"/>
              <a:gd name="connsiteX6" fmla="*/ 90617 w 2306204"/>
              <a:gd name="connsiteY6" fmla="*/ 128136 h 173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6204" h="1730077">
                <a:moveTo>
                  <a:pt x="160166" y="0"/>
                </a:moveTo>
                <a:lnTo>
                  <a:pt x="2146038" y="0"/>
                </a:lnTo>
                <a:lnTo>
                  <a:pt x="2215588" y="128136"/>
                </a:lnTo>
                <a:cubicBezTo>
                  <a:pt x="2273938" y="266091"/>
                  <a:pt x="2306204" y="417765"/>
                  <a:pt x="2306204" y="576975"/>
                </a:cubicBezTo>
                <a:cubicBezTo>
                  <a:pt x="2306204" y="1213816"/>
                  <a:pt x="1789943" y="1730077"/>
                  <a:pt x="1153102" y="1730077"/>
                </a:cubicBezTo>
                <a:cubicBezTo>
                  <a:pt x="516261" y="1730077"/>
                  <a:pt x="0" y="1213816"/>
                  <a:pt x="0" y="576975"/>
                </a:cubicBezTo>
                <a:cubicBezTo>
                  <a:pt x="0" y="417765"/>
                  <a:pt x="32267" y="266091"/>
                  <a:pt x="90617" y="1281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412747" y="1784350"/>
            <a:ext cx="4395821" cy="1321269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2799" y="3744643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12748" y="3221453"/>
            <a:ext cx="4395821" cy="40735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400" b="1" kern="1200" spc="-6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375" y="-1"/>
            <a:ext cx="2867025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8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otligh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82600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935581 h 6858000"/>
              <a:gd name="connsiteX5" fmla="*/ 245456 w 12192000"/>
              <a:gd name="connsiteY5" fmla="*/ 6063169 h 6858000"/>
              <a:gd name="connsiteX6" fmla="*/ 2009871 w 12192000"/>
              <a:gd name="connsiteY6" fmla="*/ 6453188 h 6858000"/>
              <a:gd name="connsiteX7" fmla="*/ 6185257 w 12192000"/>
              <a:gd name="connsiteY7" fmla="*/ 2277800 h 6858000"/>
              <a:gd name="connsiteX8" fmla="*/ 6176785 w 12192000"/>
              <a:gd name="connsiteY8" fmla="*/ 2009650 h 6858000"/>
              <a:gd name="connsiteX9" fmla="*/ 6165513 w 12192000"/>
              <a:gd name="connsiteY9" fmla="*/ 1891128 h 6858000"/>
              <a:gd name="connsiteX10" fmla="*/ 6202936 w 12192000"/>
              <a:gd name="connsiteY10" fmla="*/ 1877431 h 6858000"/>
              <a:gd name="connsiteX11" fmla="*/ 7009423 w 12192000"/>
              <a:gd name="connsiteY11" fmla="*/ 660724 h 6858000"/>
              <a:gd name="connsiteX12" fmla="*/ 6905654 w 12192000"/>
              <a:gd name="connsiteY12" fmla="*/ 1467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682600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935581"/>
                </a:lnTo>
                <a:lnTo>
                  <a:pt x="245456" y="6063169"/>
                </a:lnTo>
                <a:cubicBezTo>
                  <a:pt x="781421" y="6313418"/>
                  <a:pt x="1379323" y="6453188"/>
                  <a:pt x="2009871" y="6453188"/>
                </a:cubicBezTo>
                <a:cubicBezTo>
                  <a:pt x="4315873" y="6453188"/>
                  <a:pt x="6185257" y="4583803"/>
                  <a:pt x="6185257" y="2277800"/>
                </a:cubicBezTo>
                <a:cubicBezTo>
                  <a:pt x="6185257" y="2187722"/>
                  <a:pt x="6182405" y="2098310"/>
                  <a:pt x="6176785" y="2009650"/>
                </a:cubicBezTo>
                <a:lnTo>
                  <a:pt x="6165513" y="1891128"/>
                </a:lnTo>
                <a:lnTo>
                  <a:pt x="6202936" y="1877431"/>
                </a:lnTo>
                <a:cubicBezTo>
                  <a:pt x="6676875" y="1676972"/>
                  <a:pt x="7009423" y="1207683"/>
                  <a:pt x="7009423" y="660724"/>
                </a:cubicBezTo>
                <a:cubicBezTo>
                  <a:pt x="7009423" y="478404"/>
                  <a:pt x="6972474" y="304715"/>
                  <a:pt x="6905654" y="1467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540000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8" name="Freeform 17"/>
          <p:cNvSpPr/>
          <p:nvPr/>
        </p:nvSpPr>
        <p:spPr>
          <a:xfrm>
            <a:off x="0" y="0"/>
            <a:ext cx="6204308" cy="6462713"/>
          </a:xfrm>
          <a:custGeom>
            <a:avLst/>
            <a:gdLst>
              <a:gd name="connsiteX0" fmla="*/ 0 w 6185257"/>
              <a:gd name="connsiteY0" fmla="*/ 0 h 6453188"/>
              <a:gd name="connsiteX1" fmla="*/ 5506613 w 6185257"/>
              <a:gd name="connsiteY1" fmla="*/ 0 h 6453188"/>
              <a:gd name="connsiteX2" fmla="*/ 5681311 w 6185257"/>
              <a:gd name="connsiteY2" fmla="*/ 287562 h 6453188"/>
              <a:gd name="connsiteX3" fmla="*/ 6185257 w 6185257"/>
              <a:gd name="connsiteY3" fmla="*/ 2277800 h 6453188"/>
              <a:gd name="connsiteX4" fmla="*/ 2009871 w 6185257"/>
              <a:gd name="connsiteY4" fmla="*/ 6453188 h 6453188"/>
              <a:gd name="connsiteX5" fmla="*/ 245456 w 6185257"/>
              <a:gd name="connsiteY5" fmla="*/ 6063169 h 6453188"/>
              <a:gd name="connsiteX6" fmla="*/ 0 w 6185257"/>
              <a:gd name="connsiteY6" fmla="*/ 5935581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257" h="6453188">
                <a:moveTo>
                  <a:pt x="0" y="0"/>
                </a:moveTo>
                <a:lnTo>
                  <a:pt x="5506613" y="0"/>
                </a:lnTo>
                <a:lnTo>
                  <a:pt x="5681311" y="287562"/>
                </a:lnTo>
                <a:cubicBezTo>
                  <a:pt x="6002700" y="879187"/>
                  <a:pt x="6185257" y="1557174"/>
                  <a:pt x="6185257" y="2277800"/>
                </a:cubicBezTo>
                <a:cubicBezTo>
                  <a:pt x="6185257" y="4583803"/>
                  <a:pt x="4315873" y="6453188"/>
                  <a:pt x="2009871" y="6453188"/>
                </a:cubicBezTo>
                <a:cubicBezTo>
                  <a:pt x="1379323" y="6453188"/>
                  <a:pt x="781421" y="6313418"/>
                  <a:pt x="245456" y="6063169"/>
                </a:cubicBezTo>
                <a:lnTo>
                  <a:pt x="0" y="593558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12747" y="1784350"/>
            <a:ext cx="4395821" cy="1321269"/>
          </a:xfrm>
        </p:spPr>
        <p:txBody>
          <a:bodyPr anchor="b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02799" y="3744643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12748" y="3221453"/>
            <a:ext cx="4395821" cy="407357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>
              <a:lnSpc>
                <a:spcPct val="80000"/>
              </a:lnSpc>
              <a:defRPr lang="en-US" sz="2400" b="1" kern="1200" spc="-6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Clique para editar os estilos de texto Mestres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4368470" y="0"/>
            <a:ext cx="2640953" cy="1981200"/>
          </a:xfrm>
          <a:custGeom>
            <a:avLst/>
            <a:gdLst>
              <a:gd name="connsiteX0" fmla="*/ 160166 w 2306204"/>
              <a:gd name="connsiteY0" fmla="*/ 0 h 1730077"/>
              <a:gd name="connsiteX1" fmla="*/ 2146038 w 2306204"/>
              <a:gd name="connsiteY1" fmla="*/ 0 h 1730077"/>
              <a:gd name="connsiteX2" fmla="*/ 2215588 w 2306204"/>
              <a:gd name="connsiteY2" fmla="*/ 128136 h 1730077"/>
              <a:gd name="connsiteX3" fmla="*/ 2306204 w 2306204"/>
              <a:gd name="connsiteY3" fmla="*/ 576975 h 1730077"/>
              <a:gd name="connsiteX4" fmla="*/ 1153102 w 2306204"/>
              <a:gd name="connsiteY4" fmla="*/ 1730077 h 1730077"/>
              <a:gd name="connsiteX5" fmla="*/ 0 w 2306204"/>
              <a:gd name="connsiteY5" fmla="*/ 576975 h 1730077"/>
              <a:gd name="connsiteX6" fmla="*/ 90617 w 2306204"/>
              <a:gd name="connsiteY6" fmla="*/ 128136 h 173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6204" h="1730077">
                <a:moveTo>
                  <a:pt x="160166" y="0"/>
                </a:moveTo>
                <a:lnTo>
                  <a:pt x="2146038" y="0"/>
                </a:lnTo>
                <a:lnTo>
                  <a:pt x="2215588" y="128136"/>
                </a:lnTo>
                <a:cubicBezTo>
                  <a:pt x="2273938" y="266091"/>
                  <a:pt x="2306204" y="417765"/>
                  <a:pt x="2306204" y="576975"/>
                </a:cubicBezTo>
                <a:cubicBezTo>
                  <a:pt x="2306204" y="1213816"/>
                  <a:pt x="1789943" y="1730077"/>
                  <a:pt x="1153102" y="1730077"/>
                </a:cubicBezTo>
                <a:cubicBezTo>
                  <a:pt x="516261" y="1730077"/>
                  <a:pt x="0" y="1213816"/>
                  <a:pt x="0" y="576975"/>
                </a:cubicBezTo>
                <a:cubicBezTo>
                  <a:pt x="0" y="417765"/>
                  <a:pt x="32267" y="266091"/>
                  <a:pt x="90617" y="1281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 sz="1351" dirty="0">
              <a:latin typeface="Aptos" panose="020B00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375" y="-1"/>
            <a:ext cx="2867025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0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53664" y="0"/>
            <a:ext cx="7138336" cy="6858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" y="2116183"/>
            <a:ext cx="12192000" cy="474181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4000500"/>
            <a:ext cx="12192000" cy="28575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-1"/>
            <a:ext cx="6082748" cy="6858000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58872" y="0"/>
            <a:ext cx="4808209" cy="1622799"/>
            <a:chOff x="1958872" y="0"/>
            <a:chExt cx="4808209" cy="1622799"/>
          </a:xfrm>
        </p:grpSpPr>
        <p:sp>
          <p:nvSpPr>
            <p:cNvPr id="21" name="Freeform 20"/>
            <p:cNvSpPr/>
            <p:nvPr/>
          </p:nvSpPr>
          <p:spPr>
            <a:xfrm flipH="1">
              <a:off x="4881430" y="2"/>
              <a:ext cx="1885651" cy="558043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58872" y="0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141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000500"/>
            <a:ext cx="12192000" cy="28575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0" y="-1"/>
            <a:ext cx="6082748" cy="6858000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016022" y="5235201"/>
            <a:ext cx="4808208" cy="1622799"/>
            <a:chOff x="2016022" y="5235201"/>
            <a:chExt cx="4808208" cy="1622799"/>
          </a:xfrm>
        </p:grpSpPr>
        <p:sp>
          <p:nvSpPr>
            <p:cNvPr id="13" name="Freeform 12"/>
            <p:cNvSpPr/>
            <p:nvPr/>
          </p:nvSpPr>
          <p:spPr>
            <a:xfrm flipH="1" flipV="1">
              <a:off x="4938579" y="6294040"/>
              <a:ext cx="1885651" cy="563959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V="1">
              <a:off x="2016022" y="5235201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051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250"/>
          <a:stretch/>
        </p:blipFill>
        <p:spPr>
          <a:xfrm flipH="1">
            <a:off x="10828" y="0"/>
            <a:ext cx="12181172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000500"/>
            <a:ext cx="12192000" cy="28575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0" y="-1"/>
            <a:ext cx="6082748" cy="6858000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58872" y="0"/>
            <a:ext cx="4808209" cy="1622799"/>
            <a:chOff x="1958872" y="0"/>
            <a:chExt cx="4808209" cy="1622799"/>
          </a:xfrm>
        </p:grpSpPr>
        <p:sp>
          <p:nvSpPr>
            <p:cNvPr id="16" name="Freeform 15"/>
            <p:cNvSpPr/>
            <p:nvPr/>
          </p:nvSpPr>
          <p:spPr>
            <a:xfrm flipH="1">
              <a:off x="4881430" y="2"/>
              <a:ext cx="1885651" cy="558043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58872" y="0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241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5129230" y="0"/>
            <a:ext cx="7062770" cy="6858000"/>
          </a:xfrm>
          <a:custGeom>
            <a:avLst/>
            <a:gdLst>
              <a:gd name="connsiteX0" fmla="*/ 0 w 7062770"/>
              <a:gd name="connsiteY0" fmla="*/ 0 h 6858000"/>
              <a:gd name="connsiteX1" fmla="*/ 7062770 w 7062770"/>
              <a:gd name="connsiteY1" fmla="*/ 0 h 6858000"/>
              <a:gd name="connsiteX2" fmla="*/ 7062770 w 7062770"/>
              <a:gd name="connsiteY2" fmla="*/ 6858000 h 6858000"/>
              <a:gd name="connsiteX3" fmla="*/ 1685476 w 7062770"/>
              <a:gd name="connsiteY3" fmla="*/ 6858000 h 6858000"/>
              <a:gd name="connsiteX4" fmla="*/ 1642180 w 7062770"/>
              <a:gd name="connsiteY4" fmla="*/ 6778233 h 6858000"/>
              <a:gd name="connsiteX5" fmla="*/ 742651 w 7062770"/>
              <a:gd name="connsiteY5" fmla="*/ 6299957 h 6858000"/>
              <a:gd name="connsiteX6" fmla="*/ 471544 w 7062770"/>
              <a:gd name="connsiteY6" fmla="*/ 6334110 h 6858000"/>
              <a:gd name="connsiteX7" fmla="*/ 365837 w 7062770"/>
              <a:gd name="connsiteY7" fmla="*/ 6368404 h 6858000"/>
              <a:gd name="connsiteX8" fmla="*/ 414067 w 7062770"/>
              <a:gd name="connsiteY8" fmla="*/ 6260846 h 6858000"/>
              <a:gd name="connsiteX9" fmla="*/ 953519 w 7062770"/>
              <a:gd name="connsiteY9" fmla="*/ 3546038 h 6858000"/>
              <a:gd name="connsiteX10" fmla="*/ 99403 w 7062770"/>
              <a:gd name="connsiteY10" fmla="*/ 1728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62770" h="6858000">
                <a:moveTo>
                  <a:pt x="0" y="0"/>
                </a:moveTo>
                <a:lnTo>
                  <a:pt x="7062770" y="0"/>
                </a:lnTo>
                <a:lnTo>
                  <a:pt x="7062770" y="6858000"/>
                </a:lnTo>
                <a:lnTo>
                  <a:pt x="1685476" y="6858000"/>
                </a:lnTo>
                <a:lnTo>
                  <a:pt x="1642180" y="6778233"/>
                </a:lnTo>
                <a:cubicBezTo>
                  <a:pt x="1447235" y="6489676"/>
                  <a:pt x="1117099" y="6299957"/>
                  <a:pt x="742651" y="6299957"/>
                </a:cubicBezTo>
                <a:cubicBezTo>
                  <a:pt x="649039" y="6299957"/>
                  <a:pt x="558197" y="6311815"/>
                  <a:pt x="471544" y="6334110"/>
                </a:cubicBezTo>
                <a:lnTo>
                  <a:pt x="365837" y="6368404"/>
                </a:lnTo>
                <a:lnTo>
                  <a:pt x="414067" y="6260846"/>
                </a:lnTo>
                <a:cubicBezTo>
                  <a:pt x="761637" y="5424854"/>
                  <a:pt x="953519" y="4507855"/>
                  <a:pt x="953519" y="3546038"/>
                </a:cubicBezTo>
                <a:cubicBezTo>
                  <a:pt x="953519" y="2324684"/>
                  <a:pt x="644111" y="1175597"/>
                  <a:pt x="99403" y="1728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252000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5" name="Freeform 24"/>
          <p:cNvSpPr/>
          <p:nvPr/>
        </p:nvSpPr>
        <p:spPr>
          <a:xfrm>
            <a:off x="0" y="-2"/>
            <a:ext cx="6092273" cy="6858002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16022" y="5235201"/>
            <a:ext cx="4808208" cy="1622799"/>
            <a:chOff x="2016022" y="5235201"/>
            <a:chExt cx="4808208" cy="1622799"/>
          </a:xfrm>
        </p:grpSpPr>
        <p:sp>
          <p:nvSpPr>
            <p:cNvPr id="27" name="Freeform 26"/>
            <p:cNvSpPr/>
            <p:nvPr/>
          </p:nvSpPr>
          <p:spPr>
            <a:xfrm flipH="1" flipV="1">
              <a:off x="4938579" y="6294040"/>
              <a:ext cx="1885651" cy="563959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V="1">
              <a:off x="2016022" y="5235201"/>
              <a:ext cx="3576567" cy="1622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0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- Fiv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7989" y="444381"/>
            <a:ext cx="10742400" cy="726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400175" y="1656149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00175" y="2566297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400175" y="3476445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400175" y="4386594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400175" y="5296743"/>
            <a:ext cx="5172075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408978" y="1559236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8" hasCustomPrompt="1"/>
          </p:nvPr>
        </p:nvSpPr>
        <p:spPr>
          <a:xfrm>
            <a:off x="408978" y="5199830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08978" y="4289681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0" hasCustomPrompt="1"/>
          </p:nvPr>
        </p:nvSpPr>
        <p:spPr>
          <a:xfrm>
            <a:off x="408978" y="3379533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1" hasCustomPrompt="1"/>
          </p:nvPr>
        </p:nvSpPr>
        <p:spPr>
          <a:xfrm>
            <a:off x="408978" y="2469384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5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- Ten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7989" y="444381"/>
            <a:ext cx="10742400" cy="726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400175" y="1656149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00175" y="2566297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400175" y="3476445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400175" y="4386594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400175" y="5296743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408978" y="1559236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8" hasCustomPrompt="1"/>
          </p:nvPr>
        </p:nvSpPr>
        <p:spPr>
          <a:xfrm>
            <a:off x="408978" y="5199830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08978" y="4289681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0" hasCustomPrompt="1"/>
          </p:nvPr>
        </p:nvSpPr>
        <p:spPr>
          <a:xfrm>
            <a:off x="408978" y="3379533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1" hasCustomPrompt="1"/>
          </p:nvPr>
        </p:nvSpPr>
        <p:spPr>
          <a:xfrm>
            <a:off x="408978" y="2469384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22" hasCustomPrompt="1"/>
          </p:nvPr>
        </p:nvSpPr>
        <p:spPr>
          <a:xfrm>
            <a:off x="5743804" y="1559236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23" hasCustomPrompt="1"/>
          </p:nvPr>
        </p:nvSpPr>
        <p:spPr>
          <a:xfrm>
            <a:off x="5743804" y="5199830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1" name="Text Placeholder 28"/>
          <p:cNvSpPr>
            <a:spLocks noGrp="1"/>
          </p:cNvSpPr>
          <p:nvPr>
            <p:ph type="body" sz="quarter" idx="24" hasCustomPrompt="1"/>
          </p:nvPr>
        </p:nvSpPr>
        <p:spPr>
          <a:xfrm>
            <a:off x="5743804" y="4289681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23" name="Text Placeholder 29"/>
          <p:cNvSpPr>
            <a:spLocks noGrp="1"/>
          </p:cNvSpPr>
          <p:nvPr>
            <p:ph type="body" sz="quarter" idx="25" hasCustomPrompt="1"/>
          </p:nvPr>
        </p:nvSpPr>
        <p:spPr>
          <a:xfrm>
            <a:off x="5743804" y="3379533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26" hasCustomPrompt="1"/>
          </p:nvPr>
        </p:nvSpPr>
        <p:spPr>
          <a:xfrm>
            <a:off x="5743804" y="2469384"/>
            <a:ext cx="747632" cy="747632"/>
          </a:xfrm>
          <a:custGeom>
            <a:avLst/>
            <a:gdLst>
              <a:gd name="connsiteX0" fmla="*/ 373816 w 747632"/>
              <a:gd name="connsiteY0" fmla="*/ 0 h 747632"/>
              <a:gd name="connsiteX1" fmla="*/ 747632 w 747632"/>
              <a:gd name="connsiteY1" fmla="*/ 373816 h 747632"/>
              <a:gd name="connsiteX2" fmla="*/ 373816 w 747632"/>
              <a:gd name="connsiteY2" fmla="*/ 747632 h 747632"/>
              <a:gd name="connsiteX3" fmla="*/ 0 w 747632"/>
              <a:gd name="connsiteY3" fmla="*/ 373816 h 747632"/>
              <a:gd name="connsiteX4" fmla="*/ 373816 w 747632"/>
              <a:gd name="connsiteY4" fmla="*/ 0 h 74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632" h="747632">
                <a:moveTo>
                  <a:pt x="373816" y="0"/>
                </a:moveTo>
                <a:cubicBezTo>
                  <a:pt x="580269" y="0"/>
                  <a:pt x="747632" y="167363"/>
                  <a:pt x="747632" y="373816"/>
                </a:cubicBezTo>
                <a:cubicBezTo>
                  <a:pt x="747632" y="580269"/>
                  <a:pt x="580269" y="747632"/>
                  <a:pt x="373816" y="747632"/>
                </a:cubicBezTo>
                <a:cubicBezTo>
                  <a:pt x="167363" y="747632"/>
                  <a:pt x="0" y="580269"/>
                  <a:pt x="0" y="373816"/>
                </a:cubicBezTo>
                <a:cubicBezTo>
                  <a:pt x="0" y="167363"/>
                  <a:pt x="167363" y="0"/>
                  <a:pt x="37381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</a:t>
            </a:r>
            <a:endParaRPr lang="en-GB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27"/>
          </p:nvPr>
        </p:nvSpPr>
        <p:spPr>
          <a:xfrm>
            <a:off x="6722714" y="1656149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6722714" y="2566297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29"/>
          </p:nvPr>
        </p:nvSpPr>
        <p:spPr>
          <a:xfrm>
            <a:off x="6722714" y="3476445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30"/>
          </p:nvPr>
        </p:nvSpPr>
        <p:spPr>
          <a:xfrm>
            <a:off x="6722714" y="4386594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722714" y="5296743"/>
            <a:ext cx="4112351" cy="553806"/>
          </a:xfrm>
        </p:spPr>
        <p:txBody>
          <a:bodyPr anchor="ctr"/>
          <a:lstStyle>
            <a:lvl1pPr>
              <a:lnSpc>
                <a:spcPct val="75000"/>
              </a:lnSpc>
              <a:defRPr sz="1800" b="1"/>
            </a:lvl1pPr>
            <a:lvl2pPr marL="0" indent="0">
              <a:lnSpc>
                <a:spcPct val="75000"/>
              </a:lnSpc>
              <a:buNone/>
              <a:defRPr sz="1600"/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19049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9" y="1557339"/>
            <a:ext cx="10742612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94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07987" y="1557339"/>
            <a:ext cx="5281200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5870454" y="1557339"/>
            <a:ext cx="5281200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71957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>
          <a:xfrm>
            <a:off x="6109253" y="0"/>
            <a:ext cx="6082748" cy="6858000"/>
          </a:xfrm>
          <a:custGeom>
            <a:avLst/>
            <a:gdLst>
              <a:gd name="connsiteX0" fmla="*/ 953520 w 6082748"/>
              <a:gd name="connsiteY0" fmla="*/ 0 h 6858000"/>
              <a:gd name="connsiteX1" fmla="*/ 6082748 w 6082748"/>
              <a:gd name="connsiteY1" fmla="*/ 0 h 6858000"/>
              <a:gd name="connsiteX2" fmla="*/ 6082748 w 6082748"/>
              <a:gd name="connsiteY2" fmla="*/ 6858000 h 6858000"/>
              <a:gd name="connsiteX3" fmla="*/ 822772 w 6082748"/>
              <a:gd name="connsiteY3" fmla="*/ 6858000 h 6858000"/>
              <a:gd name="connsiteX4" fmla="*/ 697836 w 6082748"/>
              <a:gd name="connsiteY4" fmla="*/ 6614064 h 6858000"/>
              <a:gd name="connsiteX5" fmla="*/ 0 w 6082748"/>
              <a:gd name="connsiteY5" fmla="*/ 3546039 h 6858000"/>
              <a:gd name="connsiteX6" fmla="*/ 854115 w 6082748"/>
              <a:gd name="connsiteY6" fmla="*/ 17288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953520" y="0"/>
                </a:moveTo>
                <a:lnTo>
                  <a:pt x="6082748" y="0"/>
                </a:lnTo>
                <a:lnTo>
                  <a:pt x="6082748" y="6858000"/>
                </a:lnTo>
                <a:lnTo>
                  <a:pt x="822772" y="6858000"/>
                </a:lnTo>
                <a:lnTo>
                  <a:pt x="697836" y="6614064"/>
                </a:lnTo>
                <a:cubicBezTo>
                  <a:pt x="250620" y="5685940"/>
                  <a:pt x="0" y="4645258"/>
                  <a:pt x="0" y="3546039"/>
                </a:cubicBezTo>
                <a:cubicBezTo>
                  <a:pt x="0" y="2324685"/>
                  <a:pt x="309407" y="1175598"/>
                  <a:pt x="854115" y="17288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07988" y="1557339"/>
            <a:ext cx="4842000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7989" y="444381"/>
            <a:ext cx="4842000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05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lou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 flipH="1">
            <a:off x="6109251" y="0"/>
            <a:ext cx="6082749" cy="6858000"/>
          </a:xfrm>
          <a:custGeom>
            <a:avLst/>
            <a:gdLst>
              <a:gd name="connsiteX0" fmla="*/ 0 w 6082749"/>
              <a:gd name="connsiteY0" fmla="*/ 0 h 6858000"/>
              <a:gd name="connsiteX1" fmla="*/ 5129228 w 6082749"/>
              <a:gd name="connsiteY1" fmla="*/ 0 h 6858000"/>
              <a:gd name="connsiteX2" fmla="*/ 5228633 w 6082749"/>
              <a:gd name="connsiteY2" fmla="*/ 172882 h 6858000"/>
              <a:gd name="connsiteX3" fmla="*/ 6082749 w 6082749"/>
              <a:gd name="connsiteY3" fmla="*/ 3546039 h 6858000"/>
              <a:gd name="connsiteX4" fmla="*/ 5384912 w 6082749"/>
              <a:gd name="connsiteY4" fmla="*/ 6614064 h 6858000"/>
              <a:gd name="connsiteX5" fmla="*/ 5259976 w 6082749"/>
              <a:gd name="connsiteY5" fmla="*/ 6858000 h 6858000"/>
              <a:gd name="connsiteX6" fmla="*/ 0 w 60827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9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9" y="2324685"/>
                  <a:pt x="6082749" y="3546039"/>
                </a:cubicBezTo>
                <a:cubicBezTo>
                  <a:pt x="6082749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07988" y="1557339"/>
            <a:ext cx="4842000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7989" y="444381"/>
            <a:ext cx="4842000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57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" y="0"/>
            <a:ext cx="6082749" cy="6858000"/>
          </a:xfrm>
          <a:custGeom>
            <a:avLst/>
            <a:gdLst>
              <a:gd name="connsiteX0" fmla="*/ 0 w 6082749"/>
              <a:gd name="connsiteY0" fmla="*/ 0 h 6858000"/>
              <a:gd name="connsiteX1" fmla="*/ 5129228 w 6082749"/>
              <a:gd name="connsiteY1" fmla="*/ 0 h 6858000"/>
              <a:gd name="connsiteX2" fmla="*/ 5228633 w 6082749"/>
              <a:gd name="connsiteY2" fmla="*/ 172882 h 6858000"/>
              <a:gd name="connsiteX3" fmla="*/ 6082749 w 6082749"/>
              <a:gd name="connsiteY3" fmla="*/ 3546039 h 6858000"/>
              <a:gd name="connsiteX4" fmla="*/ 5384912 w 6082749"/>
              <a:gd name="connsiteY4" fmla="*/ 6614064 h 6858000"/>
              <a:gd name="connsiteX5" fmla="*/ 5259976 w 6082749"/>
              <a:gd name="connsiteY5" fmla="*/ 6858000 h 6858000"/>
              <a:gd name="connsiteX6" fmla="*/ 0 w 60827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9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9" y="2324685"/>
                  <a:pt x="6082749" y="3546039"/>
                </a:cubicBezTo>
                <a:cubicBezTo>
                  <a:pt x="6082749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7250" y="446087"/>
            <a:ext cx="4843349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6307249" y="1557339"/>
            <a:ext cx="4843351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21626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Colou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3" y="0"/>
            <a:ext cx="6082749" cy="6858000"/>
          </a:xfrm>
          <a:custGeom>
            <a:avLst/>
            <a:gdLst>
              <a:gd name="connsiteX0" fmla="*/ 0 w 6082749"/>
              <a:gd name="connsiteY0" fmla="*/ 0 h 6858000"/>
              <a:gd name="connsiteX1" fmla="*/ 5129228 w 6082749"/>
              <a:gd name="connsiteY1" fmla="*/ 0 h 6858000"/>
              <a:gd name="connsiteX2" fmla="*/ 5228633 w 6082749"/>
              <a:gd name="connsiteY2" fmla="*/ 172882 h 6858000"/>
              <a:gd name="connsiteX3" fmla="*/ 6082749 w 6082749"/>
              <a:gd name="connsiteY3" fmla="*/ 3546039 h 6858000"/>
              <a:gd name="connsiteX4" fmla="*/ 5384912 w 6082749"/>
              <a:gd name="connsiteY4" fmla="*/ 6614064 h 6858000"/>
              <a:gd name="connsiteX5" fmla="*/ 5259976 w 6082749"/>
              <a:gd name="connsiteY5" fmla="*/ 6858000 h 6858000"/>
              <a:gd name="connsiteX6" fmla="*/ 0 w 60827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9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9" y="2324685"/>
                  <a:pt x="6082749" y="3546039"/>
                </a:cubicBezTo>
                <a:cubicBezTo>
                  <a:pt x="6082749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7250" y="446087"/>
            <a:ext cx="4843349" cy="7272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6307249" y="1557339"/>
            <a:ext cx="4843351" cy="43926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67907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50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- Text and 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07989" y="1557338"/>
            <a:ext cx="52812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5870578" y="1557338"/>
            <a:ext cx="52812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407988" y="3352800"/>
            <a:ext cx="52812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6"/>
          </p:nvPr>
        </p:nvSpPr>
        <p:spPr>
          <a:xfrm>
            <a:off x="5870643" y="3352802"/>
            <a:ext cx="52812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96865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Content - Text and 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07989" y="1557338"/>
            <a:ext cx="34596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049454" y="1557338"/>
            <a:ext cx="34596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7690919" y="1557338"/>
            <a:ext cx="34596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407989" y="3352800"/>
            <a:ext cx="34596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8"/>
          </p:nvPr>
        </p:nvSpPr>
        <p:spPr>
          <a:xfrm>
            <a:off x="4049454" y="3352800"/>
            <a:ext cx="34596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>
          <a:xfrm>
            <a:off x="7690920" y="3352800"/>
            <a:ext cx="34596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02807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 - Text and 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07990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3139153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5870316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601480" y="1557338"/>
            <a:ext cx="2548800" cy="161258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9" name="Content Placeholder 2"/>
          <p:cNvSpPr>
            <a:spLocks noGrp="1"/>
          </p:cNvSpPr>
          <p:nvPr>
            <p:ph idx="13"/>
          </p:nvPr>
        </p:nvSpPr>
        <p:spPr>
          <a:xfrm>
            <a:off x="407989" y="3352800"/>
            <a:ext cx="25488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0"/>
          </p:nvPr>
        </p:nvSpPr>
        <p:spPr>
          <a:xfrm>
            <a:off x="3139153" y="3352800"/>
            <a:ext cx="25488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21"/>
          </p:nvPr>
        </p:nvSpPr>
        <p:spPr>
          <a:xfrm>
            <a:off x="5870317" y="3352800"/>
            <a:ext cx="25488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22"/>
          </p:nvPr>
        </p:nvSpPr>
        <p:spPr>
          <a:xfrm>
            <a:off x="8601480" y="3352800"/>
            <a:ext cx="2548800" cy="2597149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5312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65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DC1036C-F010-BAD1-F81A-B1953A92A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647" y="430845"/>
            <a:ext cx="1476581" cy="43821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22E6E2-FB8B-8EF3-48FA-9F9396DD9E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647" y="430845"/>
            <a:ext cx="1476581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0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erel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70" y="444381"/>
            <a:ext cx="10742400" cy="7268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26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Slide - Gre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V="1">
            <a:off x="8638392" y="2727063"/>
            <a:ext cx="3553608" cy="4130937"/>
            <a:chOff x="8638391" y="0"/>
            <a:chExt cx="3553608" cy="413093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75924" y="0"/>
              <a:ext cx="2316075" cy="2108500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8638391" y="1054250"/>
              <a:ext cx="3076687" cy="3076687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9573" y="1071561"/>
            <a:ext cx="7359651" cy="4392612"/>
          </a:xfrm>
        </p:spPr>
        <p:txBody>
          <a:bodyPr anchor="ctr">
            <a:normAutofit/>
          </a:bodyPr>
          <a:lstStyle>
            <a:lvl1pPr>
              <a:lnSpc>
                <a:spcPct val="75000"/>
              </a:lnSpc>
              <a:defRPr sz="48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Bef>
                <a:spcPts val="0"/>
              </a:spcBef>
              <a:buNone/>
              <a:defRPr lang="en-US" sz="4800" b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00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9573" y="1071561"/>
            <a:ext cx="7359651" cy="4392612"/>
          </a:xfrm>
        </p:spPr>
        <p:txBody>
          <a:bodyPr anchor="ctr">
            <a:normAutofit/>
          </a:bodyPr>
          <a:lstStyle>
            <a:lvl1pPr>
              <a:lnSpc>
                <a:spcPct val="75000"/>
              </a:lnSpc>
              <a:defRPr sz="4800" b="0"/>
            </a:lvl1pPr>
            <a:lvl2pPr marL="0" indent="0">
              <a:lnSpc>
                <a:spcPct val="75000"/>
              </a:lnSpc>
              <a:spcBef>
                <a:spcPts val="0"/>
              </a:spcBef>
              <a:buNone/>
              <a:defRPr lang="en-US" sz="4800" b="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5" name="Group 4"/>
          <p:cNvGrpSpPr/>
          <p:nvPr/>
        </p:nvGrpSpPr>
        <p:grpSpPr>
          <a:xfrm flipV="1">
            <a:off x="6890383" y="3127787"/>
            <a:ext cx="5301617" cy="3730213"/>
            <a:chOff x="6890384" y="0"/>
            <a:chExt cx="5301617" cy="3730213"/>
          </a:xfrm>
        </p:grpSpPr>
        <p:sp>
          <p:nvSpPr>
            <p:cNvPr id="6" name="Freeform 5"/>
            <p:cNvSpPr/>
            <p:nvPr/>
          </p:nvSpPr>
          <p:spPr>
            <a:xfrm>
              <a:off x="8595360" y="0"/>
              <a:ext cx="3596641" cy="3730213"/>
            </a:xfrm>
            <a:custGeom>
              <a:avLst/>
              <a:gdLst>
                <a:gd name="connsiteX0" fmla="*/ 690220 w 3596641"/>
                <a:gd name="connsiteY0" fmla="*/ 0 h 3730213"/>
                <a:gd name="connsiteX1" fmla="*/ 3596641 w 3596641"/>
                <a:gd name="connsiteY1" fmla="*/ 0 h 3730213"/>
                <a:gd name="connsiteX2" fmla="*/ 3596641 w 3596641"/>
                <a:gd name="connsiteY2" fmla="*/ 3171742 h 3730213"/>
                <a:gd name="connsiteX3" fmla="*/ 3523218 w 3596641"/>
                <a:gd name="connsiteY3" fmla="*/ 3238474 h 3730213"/>
                <a:gd name="connsiteX4" fmla="*/ 2153434 w 3596641"/>
                <a:gd name="connsiteY4" fmla="*/ 3730213 h 3730213"/>
                <a:gd name="connsiteX5" fmla="*/ 0 w 3596641"/>
                <a:gd name="connsiteY5" fmla="*/ 1576779 h 3730213"/>
                <a:gd name="connsiteX6" fmla="*/ 630726 w 3596641"/>
                <a:gd name="connsiteY6" fmla="*/ 54071 h 373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96641" h="3730213">
                  <a:moveTo>
                    <a:pt x="690220" y="0"/>
                  </a:moveTo>
                  <a:lnTo>
                    <a:pt x="3596641" y="0"/>
                  </a:lnTo>
                  <a:lnTo>
                    <a:pt x="3596641" y="3171742"/>
                  </a:lnTo>
                  <a:lnTo>
                    <a:pt x="3523218" y="3238474"/>
                  </a:lnTo>
                  <a:cubicBezTo>
                    <a:pt x="3150978" y="3545674"/>
                    <a:pt x="2673757" y="3730213"/>
                    <a:pt x="2153434" y="3730213"/>
                  </a:cubicBezTo>
                  <a:cubicBezTo>
                    <a:pt x="964125" y="3730213"/>
                    <a:pt x="0" y="2766088"/>
                    <a:pt x="0" y="1576779"/>
                  </a:cubicBezTo>
                  <a:cubicBezTo>
                    <a:pt x="0" y="982125"/>
                    <a:pt x="241031" y="443766"/>
                    <a:pt x="630726" y="5407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0384" y="0"/>
              <a:ext cx="3307866" cy="1573916"/>
            </a:xfrm>
            <a:prstGeom prst="rect">
              <a:avLst/>
            </a:prstGeom>
          </p:spPr>
        </p:pic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E5D211D-2BAA-A07B-EC26-DE6E331033FD}"/>
              </a:ext>
            </a:extLst>
          </p:cNvPr>
          <p:cNvGrpSpPr>
            <a:grpSpLocks noChangeAspect="1"/>
          </p:cNvGrpSpPr>
          <p:nvPr/>
        </p:nvGrpSpPr>
        <p:grpSpPr>
          <a:xfrm>
            <a:off x="10706679" y="83127"/>
            <a:ext cx="1485321" cy="534543"/>
            <a:chOff x="4162425" y="3095625"/>
            <a:chExt cx="3228975" cy="1162050"/>
          </a:xfrm>
        </p:grpSpPr>
        <p:pic>
          <p:nvPicPr>
            <p:cNvPr id="8" name="Imagen 9">
              <a:extLst>
                <a:ext uri="{FF2B5EF4-FFF2-40B4-BE49-F238E27FC236}">
                  <a16:creationId xmlns:a16="http://schemas.microsoft.com/office/drawing/2014/main" id="{DF6A2C99-480A-3563-E8CF-14F4AEA2A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248150" y="3095625"/>
              <a:ext cx="2924176" cy="89557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35E64601-5EEB-21A2-A52F-FE7ACFF54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2425" y="3876676"/>
              <a:ext cx="3228975" cy="380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980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5129230" y="0"/>
            <a:ext cx="7062770" cy="6858000"/>
          </a:xfrm>
          <a:custGeom>
            <a:avLst/>
            <a:gdLst>
              <a:gd name="connsiteX0" fmla="*/ 0 w 7062770"/>
              <a:gd name="connsiteY0" fmla="*/ 0 h 6858000"/>
              <a:gd name="connsiteX1" fmla="*/ 7062770 w 7062770"/>
              <a:gd name="connsiteY1" fmla="*/ 0 h 6858000"/>
              <a:gd name="connsiteX2" fmla="*/ 7062770 w 7062770"/>
              <a:gd name="connsiteY2" fmla="*/ 6858000 h 6858000"/>
              <a:gd name="connsiteX3" fmla="*/ 1685476 w 7062770"/>
              <a:gd name="connsiteY3" fmla="*/ 6858000 h 6858000"/>
              <a:gd name="connsiteX4" fmla="*/ 1642180 w 7062770"/>
              <a:gd name="connsiteY4" fmla="*/ 6778233 h 6858000"/>
              <a:gd name="connsiteX5" fmla="*/ 742651 w 7062770"/>
              <a:gd name="connsiteY5" fmla="*/ 6299957 h 6858000"/>
              <a:gd name="connsiteX6" fmla="*/ 471544 w 7062770"/>
              <a:gd name="connsiteY6" fmla="*/ 6334110 h 6858000"/>
              <a:gd name="connsiteX7" fmla="*/ 365837 w 7062770"/>
              <a:gd name="connsiteY7" fmla="*/ 6368404 h 6858000"/>
              <a:gd name="connsiteX8" fmla="*/ 414067 w 7062770"/>
              <a:gd name="connsiteY8" fmla="*/ 6260846 h 6858000"/>
              <a:gd name="connsiteX9" fmla="*/ 953519 w 7062770"/>
              <a:gd name="connsiteY9" fmla="*/ 3546038 h 6858000"/>
              <a:gd name="connsiteX10" fmla="*/ 99403 w 7062770"/>
              <a:gd name="connsiteY10" fmla="*/ 1728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62770" h="6858000">
                <a:moveTo>
                  <a:pt x="0" y="0"/>
                </a:moveTo>
                <a:lnTo>
                  <a:pt x="7062770" y="0"/>
                </a:lnTo>
                <a:lnTo>
                  <a:pt x="7062770" y="6858000"/>
                </a:lnTo>
                <a:lnTo>
                  <a:pt x="1685476" y="6858000"/>
                </a:lnTo>
                <a:lnTo>
                  <a:pt x="1642180" y="6778233"/>
                </a:lnTo>
                <a:cubicBezTo>
                  <a:pt x="1447235" y="6489676"/>
                  <a:pt x="1117099" y="6299957"/>
                  <a:pt x="742651" y="6299957"/>
                </a:cubicBezTo>
                <a:cubicBezTo>
                  <a:pt x="649039" y="6299957"/>
                  <a:pt x="558197" y="6311815"/>
                  <a:pt x="471544" y="6334110"/>
                </a:cubicBezTo>
                <a:lnTo>
                  <a:pt x="365837" y="6368404"/>
                </a:lnTo>
                <a:lnTo>
                  <a:pt x="414067" y="6260846"/>
                </a:lnTo>
                <a:cubicBezTo>
                  <a:pt x="761637" y="5424854"/>
                  <a:pt x="953519" y="4507855"/>
                  <a:pt x="953519" y="3546038"/>
                </a:cubicBezTo>
                <a:cubicBezTo>
                  <a:pt x="953519" y="2324684"/>
                  <a:pt x="644111" y="1175597"/>
                  <a:pt x="99403" y="1728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252000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5" name="Freeform 24"/>
          <p:cNvSpPr/>
          <p:nvPr/>
        </p:nvSpPr>
        <p:spPr>
          <a:xfrm>
            <a:off x="0" y="-2"/>
            <a:ext cx="6092273" cy="6858002"/>
          </a:xfrm>
          <a:custGeom>
            <a:avLst/>
            <a:gdLst>
              <a:gd name="connsiteX0" fmla="*/ 0 w 6082748"/>
              <a:gd name="connsiteY0" fmla="*/ 0 h 6858000"/>
              <a:gd name="connsiteX1" fmla="*/ 5129228 w 6082748"/>
              <a:gd name="connsiteY1" fmla="*/ 0 h 6858000"/>
              <a:gd name="connsiteX2" fmla="*/ 5228633 w 6082748"/>
              <a:gd name="connsiteY2" fmla="*/ 172882 h 6858000"/>
              <a:gd name="connsiteX3" fmla="*/ 6082748 w 6082748"/>
              <a:gd name="connsiteY3" fmla="*/ 3546039 h 6858000"/>
              <a:gd name="connsiteX4" fmla="*/ 5384912 w 6082748"/>
              <a:gd name="connsiteY4" fmla="*/ 6614064 h 6858000"/>
              <a:gd name="connsiteX5" fmla="*/ 5259976 w 6082748"/>
              <a:gd name="connsiteY5" fmla="*/ 6858000 h 6858000"/>
              <a:gd name="connsiteX6" fmla="*/ 0 w 60827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2748" h="6858000">
                <a:moveTo>
                  <a:pt x="0" y="0"/>
                </a:moveTo>
                <a:lnTo>
                  <a:pt x="5129228" y="0"/>
                </a:lnTo>
                <a:lnTo>
                  <a:pt x="5228633" y="172882"/>
                </a:lnTo>
                <a:cubicBezTo>
                  <a:pt x="5773341" y="1175598"/>
                  <a:pt x="6082748" y="2324685"/>
                  <a:pt x="6082748" y="3546039"/>
                </a:cubicBezTo>
                <a:cubicBezTo>
                  <a:pt x="6082748" y="4645258"/>
                  <a:pt x="5832128" y="5685940"/>
                  <a:pt x="5384912" y="6614064"/>
                </a:cubicBezTo>
                <a:lnTo>
                  <a:pt x="525997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016022" y="5235201"/>
            <a:ext cx="4808208" cy="1622799"/>
            <a:chOff x="2016022" y="5235201"/>
            <a:chExt cx="4808208" cy="1622799"/>
          </a:xfrm>
        </p:grpSpPr>
        <p:sp>
          <p:nvSpPr>
            <p:cNvPr id="27" name="Freeform 26"/>
            <p:cNvSpPr/>
            <p:nvPr/>
          </p:nvSpPr>
          <p:spPr>
            <a:xfrm flipH="1" flipV="1">
              <a:off x="4938579" y="6294040"/>
              <a:ext cx="1885651" cy="563959"/>
            </a:xfrm>
            <a:custGeom>
              <a:avLst/>
              <a:gdLst>
                <a:gd name="connsiteX0" fmla="*/ 0 w 1516809"/>
                <a:gd name="connsiteY0" fmla="*/ 0 h 448887"/>
                <a:gd name="connsiteX1" fmla="*/ 1516809 w 1516809"/>
                <a:gd name="connsiteY1" fmla="*/ 0 h 448887"/>
                <a:gd name="connsiteX2" fmla="*/ 1481982 w 1516809"/>
                <a:gd name="connsiteY2" fmla="*/ 64164 h 448887"/>
                <a:gd name="connsiteX3" fmla="*/ 758404 w 1516809"/>
                <a:gd name="connsiteY3" fmla="*/ 448887 h 448887"/>
                <a:gd name="connsiteX4" fmla="*/ 34827 w 1516809"/>
                <a:gd name="connsiteY4" fmla="*/ 64164 h 4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809" h="448887">
                  <a:moveTo>
                    <a:pt x="0" y="0"/>
                  </a:moveTo>
                  <a:lnTo>
                    <a:pt x="1516809" y="0"/>
                  </a:lnTo>
                  <a:lnTo>
                    <a:pt x="1481982" y="64164"/>
                  </a:lnTo>
                  <a:cubicBezTo>
                    <a:pt x="1325168" y="296278"/>
                    <a:pt x="1059608" y="448887"/>
                    <a:pt x="758404" y="448887"/>
                  </a:cubicBezTo>
                  <a:cubicBezTo>
                    <a:pt x="457200" y="448887"/>
                    <a:pt x="191640" y="296278"/>
                    <a:pt x="34827" y="64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1" dirty="0">
                <a:latin typeface="Aptos" panose="020B0004020202020204" pitchFamily="34" charset="0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V="1">
              <a:off x="2016022" y="5235201"/>
              <a:ext cx="3576567" cy="1622799"/>
            </a:xfrm>
            <a:prstGeom prst="rect">
              <a:avLst/>
            </a:prstGeom>
          </p:spPr>
        </p:pic>
      </p:grpSp>
      <p:sp>
        <p:nvSpPr>
          <p:cNvPr id="10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9573" y="1232694"/>
            <a:ext cx="4962527" cy="4392612"/>
          </a:xfrm>
        </p:spPr>
        <p:txBody>
          <a:bodyPr anchor="ctr">
            <a:normAutofit/>
          </a:bodyPr>
          <a:lstStyle>
            <a:lvl1pPr>
              <a:lnSpc>
                <a:spcPct val="75000"/>
              </a:lnSpc>
              <a:defRPr sz="35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75000"/>
              </a:lnSpc>
              <a:spcBef>
                <a:spcPts val="1000"/>
              </a:spcBef>
              <a:buNone/>
              <a:defRPr lang="en-US" sz="2400" b="1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16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190299" y="1366222"/>
            <a:ext cx="9811401" cy="4917782"/>
          </a:xfrm>
          <a:prstGeom prst="rect">
            <a:avLst/>
          </a:prstGeo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6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tIns="2844000"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Insert video here</a:t>
            </a:r>
          </a:p>
        </p:txBody>
      </p:sp>
    </p:spTree>
    <p:extLst>
      <p:ext uri="{BB962C8B-B14F-4D97-AF65-F5344CB8AC3E}">
        <p14:creationId xmlns:p14="http://schemas.microsoft.com/office/powerpoint/2010/main" val="389217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Footer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76D288C-CDAA-43CA-9DE4-6641BC7AE8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59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69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0000">
                <a:srgbClr val="FFB80C"/>
              </a:gs>
              <a:gs pos="100000">
                <a:srgbClr val="FDA81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24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6581" y="0"/>
            <a:ext cx="12193796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pt-BR" sz="1867" dirty="0">
              <a:latin typeface="Aptos" panose="020B00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673107" y="0"/>
            <a:ext cx="115189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867" b="0" dirty="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2"/>
          <p:cNvSpPr txBox="1">
            <a:spLocks noGrp="1"/>
          </p:cNvSpPr>
          <p:nvPr>
            <p:ph type="title"/>
          </p:nvPr>
        </p:nvSpPr>
        <p:spPr bwMode="auto">
          <a:xfrm>
            <a:off x="914400" y="53752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 dirty="0"/>
          </a:p>
        </p:txBody>
      </p:sp>
      <p:sp>
        <p:nvSpPr>
          <p:cNvPr id="8" name="Rectangle 3"/>
          <p:cNvSpPr txBox="1">
            <a:spLocks noGrp="1"/>
          </p:cNvSpPr>
          <p:nvPr>
            <p:ph idx="1"/>
          </p:nvPr>
        </p:nvSpPr>
        <p:spPr bwMode="auto">
          <a:xfrm>
            <a:off x="914400" y="1700808"/>
            <a:ext cx="10363200" cy="4395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pt-BR" altLang="pt-BR" dirty="0"/>
              <a:t>Clique para editar os estilos de texto Mestres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90167661"/>
      </p:ext>
    </p:extLst>
  </p:cSld>
  <p:clrMapOvr>
    <a:masterClrMapping/>
  </p:clrMapOvr>
  <p:transition/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lide layou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386ED7-17E3-7D48-B7D0-476367BCF55B}"/>
              </a:ext>
            </a:extLst>
          </p:cNvPr>
          <p:cNvSpPr/>
          <p:nvPr/>
        </p:nvSpPr>
        <p:spPr>
          <a:xfrm>
            <a:off x="0" y="0"/>
            <a:ext cx="609282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A9A4B9-38F4-BA47-9EB5-17C4D89830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2825" y="0"/>
            <a:ext cx="6099175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84C0FB-F71E-2348-A899-2AEC8887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66" y="2676587"/>
            <a:ext cx="5119952" cy="1321269"/>
          </a:xfrm>
        </p:spPr>
        <p:txBody>
          <a:bodyPr anchor="ctr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F164E28-A317-0E44-9DE8-2D5BDA0C36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368" y="1676401"/>
            <a:ext cx="5119951" cy="859279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6000" b="1" cap="all" spc="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B62D6FB-CB4A-554D-9791-5BAAFF5E6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366" y="4138762"/>
            <a:ext cx="4406965" cy="702000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2000" b="0" spc="-6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776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ctr">
              <a:defRPr sz="32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9700683" y="6503062"/>
            <a:ext cx="2540000" cy="396635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9B190DA-81C5-4C07-A51F-D4BF2952961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58B1D76-E7FA-BE7D-58A7-67E1FA8BFBF4}"/>
              </a:ext>
            </a:extLst>
          </p:cNvPr>
          <p:cNvGrpSpPr>
            <a:grpSpLocks noChangeAspect="1"/>
          </p:cNvGrpSpPr>
          <p:nvPr/>
        </p:nvGrpSpPr>
        <p:grpSpPr>
          <a:xfrm>
            <a:off x="10706679" y="83127"/>
            <a:ext cx="1485321" cy="534543"/>
            <a:chOff x="4162425" y="3095625"/>
            <a:chExt cx="3228975" cy="1162050"/>
          </a:xfrm>
        </p:grpSpPr>
        <p:pic>
          <p:nvPicPr>
            <p:cNvPr id="5" name="Imagen 9">
              <a:extLst>
                <a:ext uri="{FF2B5EF4-FFF2-40B4-BE49-F238E27FC236}">
                  <a16:creationId xmlns:a16="http://schemas.microsoft.com/office/drawing/2014/main" id="{E9B01192-2EC3-D128-BFA1-657A158FD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248150" y="3095625"/>
              <a:ext cx="2924176" cy="895571"/>
            </a:xfrm>
            <a:prstGeom prst="rect">
              <a:avLst/>
            </a:prstGeom>
          </p:spPr>
        </p:pic>
        <p:pic>
          <p:nvPicPr>
            <p:cNvPr id="7" name="Imagen 9">
              <a:extLst>
                <a:ext uri="{FF2B5EF4-FFF2-40B4-BE49-F238E27FC236}">
                  <a16:creationId xmlns:a16="http://schemas.microsoft.com/office/drawing/2014/main" id="{9B420F28-76BF-4D10-298D-688101348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2425" y="3876676"/>
              <a:ext cx="3228975" cy="380999"/>
            </a:xfrm>
            <a:prstGeom prst="rect">
              <a:avLst/>
            </a:prstGeom>
          </p:spPr>
        </p:pic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27CFCC5C-A25E-D555-F660-2DDD07F90DDA}"/>
              </a:ext>
            </a:extLst>
          </p:cNvPr>
          <p:cNvSpPr/>
          <p:nvPr/>
        </p:nvSpPr>
        <p:spPr>
          <a:xfrm>
            <a:off x="-4582" y="6621555"/>
            <a:ext cx="12196582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900" b="1" dirty="0">
              <a:solidFill>
                <a:srgbClr val="130C0E"/>
              </a:solidFill>
              <a:latin typeface="Aptos" panose="020B00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B7DC9CA-17CC-E55E-E3C5-FEBE4372F0A4}"/>
              </a:ext>
            </a:extLst>
          </p:cNvPr>
          <p:cNvSpPr/>
          <p:nvPr/>
        </p:nvSpPr>
        <p:spPr>
          <a:xfrm>
            <a:off x="-4581" y="6811053"/>
            <a:ext cx="12196581" cy="391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900" b="1" dirty="0">
              <a:solidFill>
                <a:srgbClr val="130C0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0166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29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41" Type="http://schemas.openxmlformats.org/officeDocument/2006/relationships/image" Target="../media/image15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image" Target="../media/image14.pn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7989" y="444381"/>
            <a:ext cx="10742400" cy="7268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90" y="1557339"/>
            <a:ext cx="10742610" cy="4392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7990" y="6343200"/>
            <a:ext cx="4186913" cy="140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377" rtl="0" eaLnBrk="1" latinLnBrk="0" hangingPunct="1">
              <a:defRPr lang="en-GB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Insert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2806" y="6343200"/>
            <a:ext cx="762000" cy="140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6D288C-CDAA-43CA-9DE4-6641BC7AE8BF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3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61" r:id="rId2"/>
    <p:sldLayoutId id="2147483701" r:id="rId3"/>
    <p:sldLayoutId id="2147483707" r:id="rId4"/>
    <p:sldLayoutId id="2147483728" r:id="rId5"/>
    <p:sldLayoutId id="2147483729" r:id="rId6"/>
    <p:sldLayoutId id="2147483764" r:id="rId7"/>
    <p:sldLayoutId id="2147483705" r:id="rId8"/>
    <p:sldLayoutId id="2147483730" r:id="rId9"/>
    <p:sldLayoutId id="2147483704" r:id="rId10"/>
    <p:sldLayoutId id="2147483765" r:id="rId11"/>
    <p:sldLayoutId id="2147483770" r:id="rId12"/>
    <p:sldLayoutId id="2147483772" r:id="rId13"/>
    <p:sldLayoutId id="2147483691" r:id="rId14"/>
    <p:sldLayoutId id="2147483693" r:id="rId15"/>
    <p:sldLayoutId id="2147483708" r:id="rId16"/>
    <p:sldLayoutId id="2147483767" r:id="rId17"/>
    <p:sldLayoutId id="2147483709" r:id="rId18"/>
    <p:sldLayoutId id="2147483766" r:id="rId19"/>
    <p:sldLayoutId id="2147483716" r:id="rId20"/>
    <p:sldLayoutId id="2147483710" r:id="rId21"/>
    <p:sldLayoutId id="2147483711" r:id="rId22"/>
    <p:sldLayoutId id="2147483712" r:id="rId23"/>
    <p:sldLayoutId id="2147483695" r:id="rId24"/>
    <p:sldLayoutId id="2147483725" r:id="rId25"/>
    <p:sldLayoutId id="2147483726" r:id="rId26"/>
    <p:sldLayoutId id="2147483714" r:id="rId27"/>
    <p:sldLayoutId id="2147483715" r:id="rId28"/>
    <p:sldLayoutId id="2147483771" r:id="rId29"/>
    <p:sldLayoutId id="2147483762" r:id="rId30"/>
    <p:sldLayoutId id="2147483732" r:id="rId31"/>
    <p:sldLayoutId id="2147483696" r:id="rId32"/>
    <p:sldLayoutId id="2147483717" r:id="rId33"/>
    <p:sldLayoutId id="2147483727" r:id="rId34"/>
    <p:sldLayoutId id="2147483845" r:id="rId35"/>
    <p:sldLayoutId id="2147483847" r:id="rId36"/>
    <p:sldLayoutId id="2147483849" r:id="rId37"/>
    <p:sldLayoutId id="2147483850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lang="en-GB" sz="2800" b="1" kern="1200" cap="all" spc="-8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100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1pPr>
      <a:lvl2pPr marL="285744" indent="-285744" algn="l" defTabSz="914377" rtl="0" eaLnBrk="1" latinLnBrk="0" hangingPunct="1">
        <a:lnSpc>
          <a:spcPct val="85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75" indent="-261932" algn="l" defTabSz="914377" rtl="0" eaLnBrk="1" latinLnBrk="0" hangingPunct="1">
        <a:lnSpc>
          <a:spcPct val="85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808018" indent="-273044" algn="l" defTabSz="914377" rtl="0" eaLnBrk="1" latinLnBrk="0" hangingPunct="1">
        <a:lnSpc>
          <a:spcPct val="85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811193" indent="-274632" algn="l" defTabSz="914377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36">
          <p15:clr>
            <a:srgbClr val="F26B43"/>
          </p15:clr>
        </p15:guide>
        <p15:guide id="2" pos="257">
          <p15:clr>
            <a:srgbClr val="F26B43"/>
          </p15:clr>
        </p15:guide>
        <p15:guide id="3" orient="horz" pos="2364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pos="7423">
          <p15:clr>
            <a:srgbClr val="F26B43"/>
          </p15:clr>
        </p15:guide>
        <p15:guide id="6" orient="horz" pos="3748">
          <p15:clr>
            <a:srgbClr val="F26B43"/>
          </p15:clr>
        </p15:guide>
        <p15:guide id="7" orient="horz" pos="4065">
          <p15:clr>
            <a:srgbClr val="F26B43"/>
          </p15:clr>
        </p15:guide>
        <p15:guide id="8" orient="horz" pos="981">
          <p15:clr>
            <a:srgbClr val="F26B43"/>
          </p15:clr>
        </p15:guide>
        <p15:guide id="10" pos="702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7989" y="444381"/>
            <a:ext cx="10742400" cy="7268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90" y="1557339"/>
            <a:ext cx="10742610" cy="4392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7990" y="6343200"/>
            <a:ext cx="4186913" cy="140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377" rtl="0" eaLnBrk="1" latinLnBrk="0" hangingPunct="1">
              <a:defRPr lang="en-GB" sz="1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Insert Footer Here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389DE3B-F8C5-0B11-6165-615B9008A304}"/>
              </a:ext>
            </a:extLst>
          </p:cNvPr>
          <p:cNvGrpSpPr>
            <a:grpSpLocks noChangeAspect="1"/>
          </p:cNvGrpSpPr>
          <p:nvPr/>
        </p:nvGrpSpPr>
        <p:grpSpPr>
          <a:xfrm>
            <a:off x="10706679" y="83127"/>
            <a:ext cx="1485321" cy="534543"/>
            <a:chOff x="4162425" y="3095625"/>
            <a:chExt cx="3228975" cy="1162050"/>
          </a:xfrm>
        </p:grpSpPr>
        <p:pic>
          <p:nvPicPr>
            <p:cNvPr id="8" name="Imagen 9">
              <a:extLst>
                <a:ext uri="{FF2B5EF4-FFF2-40B4-BE49-F238E27FC236}">
                  <a16:creationId xmlns:a16="http://schemas.microsoft.com/office/drawing/2014/main" id="{3B371300-472A-0B52-8628-C54177951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248150" y="3095625"/>
              <a:ext cx="2924176" cy="895571"/>
            </a:xfrm>
            <a:prstGeom prst="rect">
              <a:avLst/>
            </a:prstGeom>
          </p:spPr>
        </p:pic>
        <p:pic>
          <p:nvPicPr>
            <p:cNvPr id="9" name="Imagen 9">
              <a:extLst>
                <a:ext uri="{FF2B5EF4-FFF2-40B4-BE49-F238E27FC236}">
                  <a16:creationId xmlns:a16="http://schemas.microsoft.com/office/drawing/2014/main" id="{8F9635D2-46FD-F5A1-F977-E84EE1EA8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2425" y="3876676"/>
              <a:ext cx="3228975" cy="380999"/>
            </a:xfrm>
            <a:prstGeom prst="rect">
              <a:avLst/>
            </a:prstGeom>
          </p:spPr>
        </p:pic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0DF4A82E-5D55-B45D-D331-2E882F156467}"/>
              </a:ext>
            </a:extLst>
          </p:cNvPr>
          <p:cNvSpPr/>
          <p:nvPr/>
        </p:nvSpPr>
        <p:spPr>
          <a:xfrm>
            <a:off x="-4582" y="6621555"/>
            <a:ext cx="12196582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900" b="1" dirty="0">
              <a:solidFill>
                <a:srgbClr val="130C0E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822215A-83D4-CC26-707E-1E017E523BA7}"/>
              </a:ext>
            </a:extLst>
          </p:cNvPr>
          <p:cNvSpPr/>
          <p:nvPr/>
        </p:nvSpPr>
        <p:spPr>
          <a:xfrm>
            <a:off x="-4581" y="6811053"/>
            <a:ext cx="12196581" cy="391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900" b="1" dirty="0">
              <a:solidFill>
                <a:srgbClr val="130C0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  <p:sldLayoutId id="2147483869" r:id="rId18"/>
    <p:sldLayoutId id="2147483870" r:id="rId19"/>
    <p:sldLayoutId id="2147483871" r:id="rId20"/>
    <p:sldLayoutId id="2147483872" r:id="rId21"/>
    <p:sldLayoutId id="2147483873" r:id="rId22"/>
    <p:sldLayoutId id="2147483874" r:id="rId23"/>
    <p:sldLayoutId id="2147483875" r:id="rId24"/>
    <p:sldLayoutId id="2147483876" r:id="rId25"/>
    <p:sldLayoutId id="2147483877" r:id="rId26"/>
    <p:sldLayoutId id="2147483878" r:id="rId27"/>
    <p:sldLayoutId id="2147483879" r:id="rId28"/>
    <p:sldLayoutId id="2147483880" r:id="rId29"/>
    <p:sldLayoutId id="2147483881" r:id="rId30"/>
    <p:sldLayoutId id="2147483882" r:id="rId31"/>
    <p:sldLayoutId id="2147483883" r:id="rId32"/>
    <p:sldLayoutId id="2147483884" r:id="rId33"/>
    <p:sldLayoutId id="2147483885" r:id="rId34"/>
    <p:sldLayoutId id="2147483886" r:id="rId35"/>
    <p:sldLayoutId id="2147483887" r:id="rId36"/>
    <p:sldLayoutId id="2147483888" r:id="rId37"/>
    <p:sldLayoutId id="2147483889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lang="en-GB" sz="2800" b="1" kern="1200" cap="all" spc="-80" baseline="0" dirty="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100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85744" indent="-285744" algn="l" defTabSz="914377" rtl="0" eaLnBrk="1" latinLnBrk="0" hangingPunct="1">
        <a:lnSpc>
          <a:spcPct val="85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4975" indent="-261932" algn="l" defTabSz="914377" rtl="0" eaLnBrk="1" latinLnBrk="0" hangingPunct="1">
        <a:lnSpc>
          <a:spcPct val="85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808018" indent="-273044" algn="l" defTabSz="914377" rtl="0" eaLnBrk="1" latinLnBrk="0" hangingPunct="1">
        <a:lnSpc>
          <a:spcPct val="85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11193" indent="-274632" algn="l" defTabSz="914377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36">
          <p15:clr>
            <a:srgbClr val="F26B43"/>
          </p15:clr>
        </p15:guide>
        <p15:guide id="2" pos="257">
          <p15:clr>
            <a:srgbClr val="F26B43"/>
          </p15:clr>
        </p15:guide>
        <p15:guide id="3" orient="horz" pos="2364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pos="7423">
          <p15:clr>
            <a:srgbClr val="F26B43"/>
          </p15:clr>
        </p15:guide>
        <p15:guide id="6" orient="horz" pos="3748">
          <p15:clr>
            <a:srgbClr val="F26B43"/>
          </p15:clr>
        </p15:guide>
        <p15:guide id="7" orient="horz" pos="4065">
          <p15:clr>
            <a:srgbClr val="F26B43"/>
          </p15:clr>
        </p15:guide>
        <p15:guide id="8" orient="horz" pos="981">
          <p15:clr>
            <a:srgbClr val="F26B43"/>
          </p15:clr>
        </p15:guide>
        <p15:guide id="10" pos="70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istpq.com.br/site/setores-de-atuacao.ph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Relationship Id="rId5" Type="http://schemas.openxmlformats.org/officeDocument/2006/relationships/hyperlink" Target="https://pbqp-h.cidades.gov.br/sistemas/simac/programas-setoriais-da-qualidade-psq/" TargetMode="Externa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2C1838E-A744-497D-8532-D851DFE3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910605"/>
            <a:ext cx="5119952" cy="1321269"/>
          </a:xfrm>
        </p:spPr>
        <p:txBody>
          <a:bodyPr/>
          <a:lstStyle/>
          <a:p>
            <a:pPr lvl="0"/>
            <a:r>
              <a:rPr lang="pt-BR" dirty="0"/>
              <a:t>Inclusão de </a:t>
            </a:r>
            <a:r>
              <a:rPr lang="pt-BR" dirty="0" err="1"/>
              <a:t>psq</a:t>
            </a:r>
            <a:r>
              <a:rPr lang="pt-BR" dirty="0"/>
              <a:t> no site da </a:t>
            </a:r>
            <a:r>
              <a:rPr lang="pt-BR" dirty="0" err="1"/>
              <a:t>tesis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DE4FC2-BC07-D101-80F5-B71A376EA56F}"/>
              </a:ext>
            </a:extLst>
          </p:cNvPr>
          <p:cNvSpPr txBox="1"/>
          <p:nvPr/>
        </p:nvSpPr>
        <p:spPr>
          <a:xfrm>
            <a:off x="266700" y="584480"/>
            <a:ext cx="4311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Tecnologia e Qualidade de Sistemas em Engenharia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A40875E-1BB3-CB6D-86C2-2BE7760AD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93956"/>
            <a:ext cx="1476581" cy="438211"/>
          </a:xfrm>
          <a:prstGeom prst="rect">
            <a:avLst/>
          </a:prstGeom>
        </p:spPr>
      </p:pic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2350EBC4-6B45-990D-4620-87F6287D3A3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18" r="18"/>
          <a:stretch/>
        </p:blipFill>
        <p:spPr>
          <a:custGeom>
            <a:avLst/>
            <a:gdLst>
              <a:gd name="connsiteX0" fmla="*/ 0 w 7062770"/>
              <a:gd name="connsiteY0" fmla="*/ 0 h 6858000"/>
              <a:gd name="connsiteX1" fmla="*/ 7062770 w 7062770"/>
              <a:gd name="connsiteY1" fmla="*/ 0 h 6858000"/>
              <a:gd name="connsiteX2" fmla="*/ 7062770 w 7062770"/>
              <a:gd name="connsiteY2" fmla="*/ 6858000 h 6858000"/>
              <a:gd name="connsiteX3" fmla="*/ 1685476 w 7062770"/>
              <a:gd name="connsiteY3" fmla="*/ 6858000 h 6858000"/>
              <a:gd name="connsiteX4" fmla="*/ 1642180 w 7062770"/>
              <a:gd name="connsiteY4" fmla="*/ 6778233 h 6858000"/>
              <a:gd name="connsiteX5" fmla="*/ 742651 w 7062770"/>
              <a:gd name="connsiteY5" fmla="*/ 6299957 h 6858000"/>
              <a:gd name="connsiteX6" fmla="*/ 471544 w 7062770"/>
              <a:gd name="connsiteY6" fmla="*/ 6334110 h 6858000"/>
              <a:gd name="connsiteX7" fmla="*/ 365837 w 7062770"/>
              <a:gd name="connsiteY7" fmla="*/ 6368404 h 6858000"/>
              <a:gd name="connsiteX8" fmla="*/ 414067 w 7062770"/>
              <a:gd name="connsiteY8" fmla="*/ 6260846 h 6858000"/>
              <a:gd name="connsiteX9" fmla="*/ 953519 w 7062770"/>
              <a:gd name="connsiteY9" fmla="*/ 3546038 h 6858000"/>
              <a:gd name="connsiteX10" fmla="*/ 99403 w 7062770"/>
              <a:gd name="connsiteY10" fmla="*/ 1728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62770" h="6858000">
                <a:moveTo>
                  <a:pt x="0" y="0"/>
                </a:moveTo>
                <a:lnTo>
                  <a:pt x="7062770" y="0"/>
                </a:lnTo>
                <a:lnTo>
                  <a:pt x="7062770" y="6858000"/>
                </a:lnTo>
                <a:lnTo>
                  <a:pt x="1685476" y="6858000"/>
                </a:lnTo>
                <a:lnTo>
                  <a:pt x="1642180" y="6778233"/>
                </a:lnTo>
                <a:cubicBezTo>
                  <a:pt x="1447235" y="6489676"/>
                  <a:pt x="1117099" y="6299957"/>
                  <a:pt x="742651" y="6299957"/>
                </a:cubicBezTo>
                <a:cubicBezTo>
                  <a:pt x="649039" y="6299957"/>
                  <a:pt x="558197" y="6311815"/>
                  <a:pt x="471544" y="6334110"/>
                </a:cubicBezTo>
                <a:lnTo>
                  <a:pt x="365837" y="6368404"/>
                </a:lnTo>
                <a:lnTo>
                  <a:pt x="414067" y="6260846"/>
                </a:lnTo>
                <a:cubicBezTo>
                  <a:pt x="761637" y="5424854"/>
                  <a:pt x="953519" y="4507855"/>
                  <a:pt x="953519" y="3546038"/>
                </a:cubicBezTo>
                <a:cubicBezTo>
                  <a:pt x="953519" y="2324684"/>
                  <a:pt x="644111" y="1175597"/>
                  <a:pt x="99403" y="172881"/>
                </a:cubicBezTo>
                <a:close/>
              </a:path>
            </a:pathLst>
          </a:custGeom>
          <a:solidFill>
            <a:prstClr val="white">
              <a:lumMod val="85000"/>
            </a:prstClr>
          </a:solidFill>
        </p:spPr>
      </p:pic>
    </p:spTree>
    <p:extLst>
      <p:ext uri="{BB962C8B-B14F-4D97-AF65-F5344CB8AC3E}">
        <p14:creationId xmlns:p14="http://schemas.microsoft.com/office/powerpoint/2010/main" val="407979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BE3DEE5-3413-5A15-6C6C-F832B7CC701D}"/>
              </a:ext>
            </a:extLst>
          </p:cNvPr>
          <p:cNvSpPr txBox="1"/>
          <p:nvPr/>
        </p:nvSpPr>
        <p:spPr>
          <a:xfrm>
            <a:off x="0" y="33528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Inclusão de PSQ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79FC8B7-D4E8-A5B4-34CC-60DD366B1FEB}"/>
              </a:ext>
            </a:extLst>
          </p:cNvPr>
          <p:cNvSpPr/>
          <p:nvPr/>
        </p:nvSpPr>
        <p:spPr>
          <a:xfrm>
            <a:off x="0" y="1005840"/>
            <a:ext cx="12192000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54C462-3E37-2061-23CF-0E5B5EF0FF2B}"/>
              </a:ext>
            </a:extLst>
          </p:cNvPr>
          <p:cNvSpPr txBox="1"/>
          <p:nvPr/>
        </p:nvSpPr>
        <p:spPr>
          <a:xfrm>
            <a:off x="1145555" y="1067395"/>
            <a:ext cx="990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algn="ctr">
              <a:spcBef>
                <a:spcPts val="600"/>
              </a:spcBef>
              <a:spcAft>
                <a:spcPts val="600"/>
              </a:spcAft>
            </a:pPr>
            <a:r>
              <a:rPr lang="pt-BR" sz="2000" b="1" dirty="0"/>
              <a:t>Página: </a:t>
            </a:r>
            <a:r>
              <a:rPr lang="pt-BR" sz="2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https://www.tesistpq.com.br/site/setores-de-atuacao.php</a:t>
            </a:r>
            <a:r>
              <a:rPr lang="pt-BR" sz="2000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A9D5724-DF48-681D-6E73-D3A037682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64" y="1824295"/>
            <a:ext cx="7379712" cy="4509196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F748F487-B382-346A-9F0C-A8DE83B50478}"/>
              </a:ext>
            </a:extLst>
          </p:cNvPr>
          <p:cNvSpPr/>
          <p:nvPr/>
        </p:nvSpPr>
        <p:spPr>
          <a:xfrm>
            <a:off x="4721860" y="5237480"/>
            <a:ext cx="1117600" cy="825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eta: para Cima 9">
            <a:extLst>
              <a:ext uri="{FF2B5EF4-FFF2-40B4-BE49-F238E27FC236}">
                <a16:creationId xmlns:a16="http://schemas.microsoft.com/office/drawing/2014/main" id="{12A19382-F406-81E5-33B4-EE7040AD3056}"/>
              </a:ext>
            </a:extLst>
          </p:cNvPr>
          <p:cNvSpPr/>
          <p:nvPr/>
        </p:nvSpPr>
        <p:spPr>
          <a:xfrm rot="16200000">
            <a:off x="6834506" y="4546598"/>
            <a:ext cx="481331" cy="220726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1FEB7AF-5133-C2FD-5B80-B07AE25A4EC2}"/>
              </a:ext>
            </a:extLst>
          </p:cNvPr>
          <p:cNvGrpSpPr/>
          <p:nvPr/>
        </p:nvGrpSpPr>
        <p:grpSpPr>
          <a:xfrm>
            <a:off x="8466470" y="5229223"/>
            <a:ext cx="1171575" cy="833757"/>
            <a:chOff x="4704730" y="5229223"/>
            <a:chExt cx="1171575" cy="833757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BD5883BF-9F40-61EF-CA82-ADF7EC2846F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21860" y="5229223"/>
              <a:ext cx="1137316" cy="833757"/>
              <a:chOff x="6035040" y="3304251"/>
              <a:chExt cx="2707640" cy="1984948"/>
            </a:xfrm>
          </p:grpSpPr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6EF19775-1066-3B55-831B-B1C5D4E9E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13559"/>
              <a:stretch>
                <a:fillRect/>
              </a:stretch>
            </p:blipFill>
            <p:spPr>
              <a:xfrm>
                <a:off x="6045202" y="3304251"/>
                <a:ext cx="2687318" cy="1984948"/>
              </a:xfrm>
              <a:prstGeom prst="rect">
                <a:avLst/>
              </a:prstGeom>
            </p:spPr>
          </p:pic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66AEADC7-B48A-DD51-535D-7E80E8B17F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35040" y="3304251"/>
                <a:ext cx="2707640" cy="993232"/>
              </a:xfrm>
              <a:prstGeom prst="rect">
                <a:avLst/>
              </a:prstGeom>
              <a:gradFill>
                <a:gsLst>
                  <a:gs pos="0">
                    <a:srgbClr val="0086B9"/>
                  </a:gs>
                  <a:gs pos="76400">
                    <a:srgbClr val="0086B9"/>
                  </a:gs>
                  <a:gs pos="100000">
                    <a:srgbClr val="0086B9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A6D059E-D6A7-81C1-35BD-B590BB6794BD}"/>
                </a:ext>
              </a:extLst>
            </p:cNvPr>
            <p:cNvSpPr txBox="1"/>
            <p:nvPr/>
          </p:nvSpPr>
          <p:spPr>
            <a:xfrm>
              <a:off x="4704730" y="5270914"/>
              <a:ext cx="1171575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70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Tubulações de Polietileno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85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B908-23A9-A6BF-83EF-AAA0D66F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6332AE8-CAEC-D720-8039-3B75070AE882}"/>
              </a:ext>
            </a:extLst>
          </p:cNvPr>
          <p:cNvSpPr txBox="1"/>
          <p:nvPr/>
        </p:nvSpPr>
        <p:spPr>
          <a:xfrm>
            <a:off x="0" y="33528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Inclusão de PSQ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0F3E7E-D3DC-FFBF-BD60-8A72F3C1CEBC}"/>
              </a:ext>
            </a:extLst>
          </p:cNvPr>
          <p:cNvSpPr/>
          <p:nvPr/>
        </p:nvSpPr>
        <p:spPr>
          <a:xfrm>
            <a:off x="0" y="1005840"/>
            <a:ext cx="12192000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3DDAFB-6BF3-1BC6-6C7D-25DFA0DE0CB8}"/>
              </a:ext>
            </a:extLst>
          </p:cNvPr>
          <p:cNvSpPr txBox="1"/>
          <p:nvPr/>
        </p:nvSpPr>
        <p:spPr>
          <a:xfrm>
            <a:off x="1145555" y="1067395"/>
            <a:ext cx="990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algn="ctr">
              <a:spcBef>
                <a:spcPts val="600"/>
              </a:spcBef>
              <a:spcAft>
                <a:spcPts val="600"/>
              </a:spcAft>
            </a:pPr>
            <a:r>
              <a:rPr lang="pt-BR" sz="2000" b="1" dirty="0"/>
              <a:t>Página: </a:t>
            </a:r>
            <a:r>
              <a:rPr lang="pt-BR" sz="2000" dirty="0">
                <a:solidFill>
                  <a:srgbClr val="0070C0"/>
                </a:solidFill>
              </a:rPr>
              <a:t>https://www.tesistpq.com.br/site/detalhe.php?codigo=</a:t>
            </a:r>
            <a:r>
              <a:rPr lang="pt-BR" sz="2000" dirty="0">
                <a:solidFill>
                  <a:srgbClr val="0070C0"/>
                </a:solidFill>
                <a:highlight>
                  <a:srgbClr val="FFFF00"/>
                </a:highlight>
              </a:rPr>
              <a:t>XXX</a:t>
            </a:r>
            <a:endParaRPr lang="pt-BR" sz="2000" dirty="0">
              <a:highlight>
                <a:srgbClr val="FFFF00"/>
              </a:highlight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2B1788A1-C197-18FD-DC05-B136DA06DB12}"/>
              </a:ext>
            </a:extLst>
          </p:cNvPr>
          <p:cNvGrpSpPr/>
          <p:nvPr/>
        </p:nvGrpSpPr>
        <p:grpSpPr>
          <a:xfrm>
            <a:off x="136230" y="1676399"/>
            <a:ext cx="2018650" cy="1425577"/>
            <a:chOff x="4704730" y="5229223"/>
            <a:chExt cx="1171575" cy="833757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8D8840F8-44E4-71F5-9153-E3EE602D8A5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21860" y="5229223"/>
              <a:ext cx="1137316" cy="833757"/>
              <a:chOff x="6035040" y="3304251"/>
              <a:chExt cx="2707640" cy="1984948"/>
            </a:xfrm>
          </p:grpSpPr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67D804B2-865C-43C5-10F3-BE6EC6417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13559"/>
              <a:stretch>
                <a:fillRect/>
              </a:stretch>
            </p:blipFill>
            <p:spPr>
              <a:xfrm>
                <a:off x="6045202" y="3304251"/>
                <a:ext cx="2687318" cy="1984948"/>
              </a:xfrm>
              <a:prstGeom prst="rect">
                <a:avLst/>
              </a:prstGeom>
            </p:spPr>
          </p:pic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DBC21632-08BF-7FC2-06E8-D712CA6190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35040" y="3304251"/>
                <a:ext cx="2707640" cy="993232"/>
              </a:xfrm>
              <a:prstGeom prst="rect">
                <a:avLst/>
              </a:prstGeom>
              <a:gradFill>
                <a:gsLst>
                  <a:gs pos="0">
                    <a:srgbClr val="0086B9"/>
                  </a:gs>
                  <a:gs pos="76400">
                    <a:srgbClr val="0086B9"/>
                  </a:gs>
                  <a:gs pos="100000">
                    <a:srgbClr val="0086B9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0D7778C-5220-A101-F1DF-B4E40906DCB2}"/>
                </a:ext>
              </a:extLst>
            </p:cNvPr>
            <p:cNvSpPr txBox="1"/>
            <p:nvPr/>
          </p:nvSpPr>
          <p:spPr>
            <a:xfrm>
              <a:off x="4704730" y="5289317"/>
              <a:ext cx="1171575" cy="148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05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Tubulações de Polietileno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EFC0E8-5649-FA40-397E-2AD1EC25F361}"/>
              </a:ext>
            </a:extLst>
          </p:cNvPr>
          <p:cNvSpPr txBox="1"/>
          <p:nvPr/>
        </p:nvSpPr>
        <p:spPr>
          <a:xfrm>
            <a:off x="466430" y="3200753"/>
            <a:ext cx="13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+mj-lt"/>
                <a:cs typeface="Segoe UI" panose="020B0502040204020203" pitchFamily="34" charset="0"/>
              </a:rPr>
              <a:t>Ao clicar: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CE768D4-8034-D1E9-5924-E552CBA2C23B}"/>
              </a:ext>
            </a:extLst>
          </p:cNvPr>
          <p:cNvGrpSpPr/>
          <p:nvPr/>
        </p:nvGrpSpPr>
        <p:grpSpPr>
          <a:xfrm>
            <a:off x="2876210" y="1935400"/>
            <a:ext cx="8849360" cy="4539695"/>
            <a:chOff x="2876210" y="1935400"/>
            <a:chExt cx="8849360" cy="4539695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E788577-E934-7EF0-DA8B-4635A7491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6210" y="1935400"/>
              <a:ext cx="8849360" cy="4539695"/>
            </a:xfrm>
            <a:prstGeom prst="rect">
              <a:avLst/>
            </a:prstGeom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224E998-DDFB-A499-F156-2A36EC707435}"/>
                </a:ext>
              </a:extLst>
            </p:cNvPr>
            <p:cNvSpPr/>
            <p:nvPr/>
          </p:nvSpPr>
          <p:spPr>
            <a:xfrm>
              <a:off x="3150530" y="2082800"/>
              <a:ext cx="8300720" cy="40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rgbClr val="387292"/>
                  </a:solidFill>
                </a:rPr>
                <a:t>Tubulações de polietileno para redes e ramais prediais de água e esgoto pressurizado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48C3F84-271E-03D9-7C96-A3A90A9217B3}"/>
                </a:ext>
              </a:extLst>
            </p:cNvPr>
            <p:cNvSpPr/>
            <p:nvPr/>
          </p:nvSpPr>
          <p:spPr>
            <a:xfrm>
              <a:off x="4880610" y="2602310"/>
              <a:ext cx="4372270" cy="40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00" b="1" dirty="0">
                  <a:solidFill>
                    <a:sysClr val="windowText" lastClr="000000"/>
                  </a:solidFill>
                </a:rPr>
                <a:t>Tubulações de polietileno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BBF070E-DDFB-9284-47E7-3A27924BA801}"/>
                </a:ext>
              </a:extLst>
            </p:cNvPr>
            <p:cNvSpPr txBox="1"/>
            <p:nvPr/>
          </p:nvSpPr>
          <p:spPr>
            <a:xfrm>
              <a:off x="3107055" y="3064917"/>
              <a:ext cx="8344196" cy="16081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</a:rPr>
                <a:t>Desde 2025, a TESIS realiza a gestão técnica do Programa Setorial da Qualidade para avaliar a conformidade das tubulações de polietileno e assim garantir que estes componentes quando inseridos no mercado apresentem desempenho satisfatório ao longo da sua vida útil, atendendo às necessidades dos usuários e promovendo a isonomia competitiva entre fabricantes.</a:t>
              </a:r>
            </a:p>
            <a:p>
              <a:pPr algn="just">
                <a:lnSpc>
                  <a:spcPct val="100000"/>
                </a:lnSpc>
                <a:buNone/>
              </a:pP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 </a:t>
              </a:r>
              <a:endParaRPr lang="pt-BR" sz="12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lnSpc>
                  <a:spcPct val="100000"/>
                </a:lnSpc>
                <a:buNone/>
              </a:pP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O objetivo principal do Programa Setorial da Qualidade é promover a conformidade técnica dos produtos-alvo (tubos de polietileno) à norma técnica aplicável (ABNT NBR 15561, </a:t>
              </a:r>
              <a:r>
                <a:rPr lang="pt-BR" sz="1200" i="1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Tubulação de polietileno PE 80 e PE 100 para transporte de água e esgoto sob pressão — Requisitos</a:t>
              </a: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), por meio do monitoramento contínuo do mercado, da qualificação das empresas participantes e do combate à não conformidade sistemática, contribuindo para a melhoria da qualidade, do desempenho e da isonomia competitiva no setor.</a:t>
              </a:r>
              <a:endParaRPr lang="pt-BR" sz="9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876A145-37B8-5A76-A731-401DC2FF6AD0}"/>
                </a:ext>
              </a:extLst>
            </p:cNvPr>
            <p:cNvSpPr txBox="1"/>
            <p:nvPr/>
          </p:nvSpPr>
          <p:spPr>
            <a:xfrm>
              <a:off x="3145450" y="5273990"/>
              <a:ext cx="6107430" cy="6001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pt-BR" sz="1100" b="1" i="0" dirty="0">
                  <a:solidFill>
                    <a:schemeClr val="tx1"/>
                  </a:solidFill>
                  <a:effectLst/>
                  <a:latin typeface="+mn-lt"/>
                </a:rPr>
                <a:t>ABPE - Associação Brasileira de Tubos Poliolefínicos e Sistemas</a:t>
              </a:r>
            </a:p>
            <a:p>
              <a:r>
                <a:rPr lang="pt-BR" sz="1100" dirty="0"/>
                <a:t>Rua Joaquim Antunes, 767, Conj. 36 – Pinheiros – São Paulo/SP</a:t>
              </a:r>
            </a:p>
            <a:p>
              <a:r>
                <a:rPr lang="pt-BR" sz="1100" dirty="0" err="1"/>
                <a:t>Tel</a:t>
              </a:r>
              <a:r>
                <a:rPr lang="pt-BR" sz="1100" dirty="0"/>
                <a:t>: (11) 99448-2016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9198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E8A9-F67C-5B80-E521-6E916AD9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D3C8082-6E32-BB11-93F0-79EFA424AED8}"/>
              </a:ext>
            </a:extLst>
          </p:cNvPr>
          <p:cNvSpPr txBox="1"/>
          <p:nvPr/>
        </p:nvSpPr>
        <p:spPr>
          <a:xfrm>
            <a:off x="0" y="33528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Inclusão de PSQ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82FBC7-9FEA-2528-6A2F-31AD466476D3}"/>
              </a:ext>
            </a:extLst>
          </p:cNvPr>
          <p:cNvSpPr/>
          <p:nvPr/>
        </p:nvSpPr>
        <p:spPr>
          <a:xfrm>
            <a:off x="0" y="1005840"/>
            <a:ext cx="12192000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1BB8F3-830B-B993-7FEC-8208960FA017}"/>
              </a:ext>
            </a:extLst>
          </p:cNvPr>
          <p:cNvSpPr txBox="1"/>
          <p:nvPr/>
        </p:nvSpPr>
        <p:spPr>
          <a:xfrm>
            <a:off x="1145555" y="1067395"/>
            <a:ext cx="990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algn="ctr">
              <a:spcBef>
                <a:spcPts val="600"/>
              </a:spcBef>
              <a:spcAft>
                <a:spcPts val="600"/>
              </a:spcAft>
            </a:pPr>
            <a:r>
              <a:rPr lang="pt-BR" sz="2000" b="1" dirty="0"/>
              <a:t>Página: </a:t>
            </a:r>
            <a:r>
              <a:rPr lang="pt-BR" sz="2000" dirty="0">
                <a:solidFill>
                  <a:srgbClr val="0070C0"/>
                </a:solidFill>
              </a:rPr>
              <a:t>https://www.tesistpq.com.br/site/detalhe.php?codigo=</a:t>
            </a:r>
            <a:r>
              <a:rPr lang="pt-BR" sz="2000" dirty="0">
                <a:solidFill>
                  <a:srgbClr val="0070C0"/>
                </a:solidFill>
                <a:highlight>
                  <a:srgbClr val="FFFF00"/>
                </a:highlight>
              </a:rPr>
              <a:t>XXX</a:t>
            </a:r>
            <a:endParaRPr lang="pt-BR" sz="2000" dirty="0">
              <a:highlight>
                <a:srgbClr val="FFFF00"/>
              </a:highlight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CD96FBF-3A26-9FC5-D68C-70BFE61A5B56}"/>
              </a:ext>
            </a:extLst>
          </p:cNvPr>
          <p:cNvGrpSpPr/>
          <p:nvPr/>
        </p:nvGrpSpPr>
        <p:grpSpPr>
          <a:xfrm>
            <a:off x="136230" y="1676399"/>
            <a:ext cx="2018650" cy="1425577"/>
            <a:chOff x="4704730" y="5229223"/>
            <a:chExt cx="1171575" cy="833757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A6DD4D9C-9BDA-F433-FBA6-E343BC6D67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21860" y="5229223"/>
              <a:ext cx="1137316" cy="833757"/>
              <a:chOff x="6035040" y="3304251"/>
              <a:chExt cx="2707640" cy="1984948"/>
            </a:xfrm>
          </p:grpSpPr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8C605757-836F-214E-F70D-D2D87E2546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13559"/>
              <a:stretch>
                <a:fillRect/>
              </a:stretch>
            </p:blipFill>
            <p:spPr>
              <a:xfrm>
                <a:off x="6045202" y="3304251"/>
                <a:ext cx="2687318" cy="1984948"/>
              </a:xfrm>
              <a:prstGeom prst="rect">
                <a:avLst/>
              </a:prstGeom>
            </p:spPr>
          </p:pic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9CAD8479-D462-4CED-2502-3F12FB5AD5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35040" y="3304251"/>
                <a:ext cx="2707640" cy="993232"/>
              </a:xfrm>
              <a:prstGeom prst="rect">
                <a:avLst/>
              </a:prstGeom>
              <a:gradFill>
                <a:gsLst>
                  <a:gs pos="0">
                    <a:srgbClr val="0086B9"/>
                  </a:gs>
                  <a:gs pos="76400">
                    <a:srgbClr val="0086B9"/>
                  </a:gs>
                  <a:gs pos="100000">
                    <a:srgbClr val="0086B9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4DF1852C-FE08-29BE-CE49-20FC63A44ED1}"/>
                </a:ext>
              </a:extLst>
            </p:cNvPr>
            <p:cNvSpPr txBox="1"/>
            <p:nvPr/>
          </p:nvSpPr>
          <p:spPr>
            <a:xfrm>
              <a:off x="4704730" y="5289317"/>
              <a:ext cx="1171575" cy="148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05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Tubulações de Polietileno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647B2A-4A18-A695-21DD-79F8658F2435}"/>
              </a:ext>
            </a:extLst>
          </p:cNvPr>
          <p:cNvSpPr txBox="1"/>
          <p:nvPr/>
        </p:nvSpPr>
        <p:spPr>
          <a:xfrm>
            <a:off x="466430" y="3200753"/>
            <a:ext cx="13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+mj-lt"/>
                <a:cs typeface="Segoe UI" panose="020B0502040204020203" pitchFamily="34" charset="0"/>
              </a:rPr>
              <a:t>Ao clicar: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90AB6139-DC6E-DDE1-D2E6-C730854E68EA}"/>
              </a:ext>
            </a:extLst>
          </p:cNvPr>
          <p:cNvGrpSpPr/>
          <p:nvPr/>
        </p:nvGrpSpPr>
        <p:grpSpPr>
          <a:xfrm>
            <a:off x="2876210" y="1935400"/>
            <a:ext cx="8849360" cy="4539695"/>
            <a:chOff x="2876210" y="1935400"/>
            <a:chExt cx="8849360" cy="4539695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A1A7792-EB82-2183-2D40-840B46CEE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6210" y="1935400"/>
              <a:ext cx="8849360" cy="4539695"/>
            </a:xfrm>
            <a:prstGeom prst="rect">
              <a:avLst/>
            </a:prstGeom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612A4DB3-F9A4-1336-D3AC-AB4374816BB8}"/>
                </a:ext>
              </a:extLst>
            </p:cNvPr>
            <p:cNvSpPr/>
            <p:nvPr/>
          </p:nvSpPr>
          <p:spPr>
            <a:xfrm>
              <a:off x="3150530" y="2082800"/>
              <a:ext cx="8300720" cy="40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rgbClr val="387292"/>
                  </a:solidFill>
                </a:rPr>
                <a:t>Tubulações de polietileno para redes e ramais prediais de água e esgoto pressurizado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EA2775B-B7BB-B230-D121-5D8BDF6674F6}"/>
                </a:ext>
              </a:extLst>
            </p:cNvPr>
            <p:cNvSpPr/>
            <p:nvPr/>
          </p:nvSpPr>
          <p:spPr>
            <a:xfrm>
              <a:off x="4880610" y="2602310"/>
              <a:ext cx="4372270" cy="40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00" b="1" dirty="0">
                  <a:solidFill>
                    <a:sysClr val="windowText" lastClr="000000"/>
                  </a:solidFill>
                </a:rPr>
                <a:t>Tubulações de polietileno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B98724B8-452E-EC78-70F7-5FAAED3EE03B}"/>
                </a:ext>
              </a:extLst>
            </p:cNvPr>
            <p:cNvSpPr txBox="1"/>
            <p:nvPr/>
          </p:nvSpPr>
          <p:spPr>
            <a:xfrm>
              <a:off x="3107055" y="3064917"/>
              <a:ext cx="8344196" cy="16081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</a:rPr>
                <a:t>Desde 2025, a TESIS realiza a gestão técnica do Programa Setorial da Qualidade para avaliar a conformidade das tubulações de polietileno e assim garantir que estes componentes quando inseridos no mercado apresentem desempenho satisfatório ao longo da sua vida útil, atendendo às necessidades dos usuários e promovendo a isonomia competitiva entre fabricantes.</a:t>
              </a:r>
            </a:p>
            <a:p>
              <a:pPr algn="just">
                <a:lnSpc>
                  <a:spcPct val="100000"/>
                </a:lnSpc>
                <a:buNone/>
              </a:pP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 </a:t>
              </a:r>
              <a:endParaRPr lang="pt-BR" sz="12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lnSpc>
                  <a:spcPct val="100000"/>
                </a:lnSpc>
                <a:buNone/>
              </a:pP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O objetivo principal do Programa Setorial da Qualidade é promover a conformidade técnica dos produtos-alvo (tubos de polietileno) à norma técnica aplicável (ABNT NBR 15561, </a:t>
              </a:r>
              <a:r>
                <a:rPr lang="pt-BR" sz="1200" i="1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Tubulação de polietileno PE 80 e PE 100 para transporte de água e esgoto sob pressão — Requisitos</a:t>
              </a:r>
              <a:r>
                <a:rPr lang="pt-BR" sz="12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), por meio do monitoramento contínuo do mercado, da qualificação das empresas participantes e do combate à não conformidade sistemática, contribuindo para a melhoria da qualidade, do desempenho e da isonomia competitiva no setor.</a:t>
              </a:r>
              <a:endParaRPr lang="pt-BR" sz="9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C1A8B33-A56B-2867-5062-3AF0461EA2B9}"/>
                </a:ext>
              </a:extLst>
            </p:cNvPr>
            <p:cNvSpPr txBox="1"/>
            <p:nvPr/>
          </p:nvSpPr>
          <p:spPr>
            <a:xfrm>
              <a:off x="3145450" y="5273990"/>
              <a:ext cx="6107430" cy="6001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pt-BR" sz="1100" b="1" i="0" dirty="0">
                  <a:solidFill>
                    <a:schemeClr val="tx1"/>
                  </a:solidFill>
                  <a:effectLst/>
                  <a:latin typeface="+mn-lt"/>
                </a:rPr>
                <a:t>ABPE - Associação Brasileira de Tubos Poliolefínicos e Sistemas</a:t>
              </a:r>
            </a:p>
            <a:p>
              <a:r>
                <a:rPr lang="pt-BR" sz="1100" dirty="0"/>
                <a:t>Rua Joaquim Antunes, 767, Conj. 36 – Pinheiros – São Paulo/SP</a:t>
              </a:r>
            </a:p>
            <a:p>
              <a:r>
                <a:rPr lang="pt-BR" sz="1100" dirty="0" err="1"/>
                <a:t>Tel</a:t>
              </a:r>
              <a:r>
                <a:rPr lang="pt-BR" sz="1100" dirty="0"/>
                <a:t>: (11) 99448-2016</a:t>
              </a:r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B0517B7-BE93-91CA-65B6-D6BB52ECBDD4}"/>
              </a:ext>
            </a:extLst>
          </p:cNvPr>
          <p:cNvSpPr/>
          <p:nvPr/>
        </p:nvSpPr>
        <p:spPr>
          <a:xfrm>
            <a:off x="3137535" y="4693920"/>
            <a:ext cx="6290945" cy="3346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DF5ED98E-BC10-EA0C-9ED4-573D1E57D6AD}"/>
              </a:ext>
            </a:extLst>
          </p:cNvPr>
          <p:cNvSpPr/>
          <p:nvPr/>
        </p:nvSpPr>
        <p:spPr>
          <a:xfrm>
            <a:off x="2702560" y="4714240"/>
            <a:ext cx="355600" cy="253390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C31BE64-2BCE-0761-45A0-BBAE717FD17B}"/>
              </a:ext>
            </a:extLst>
          </p:cNvPr>
          <p:cNvSpPr txBox="1"/>
          <p:nvPr/>
        </p:nvSpPr>
        <p:spPr>
          <a:xfrm>
            <a:off x="58738" y="4322646"/>
            <a:ext cx="25431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https://pbqp-h.cidades.gov.br/sistemas/simac/programas-setoriais-da-qualidade-psq/</a:t>
            </a:r>
            <a:r>
              <a:rPr lang="pt-BR" sz="1600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4158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8830-74E0-E03C-B45C-E60D3F12B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AB46BDF-2F75-3646-0BC7-101A07D3E68E}"/>
              </a:ext>
            </a:extLst>
          </p:cNvPr>
          <p:cNvSpPr txBox="1"/>
          <p:nvPr/>
        </p:nvSpPr>
        <p:spPr>
          <a:xfrm>
            <a:off x="0" y="33528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Inclusão de PSQ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CE4F1E-379D-2483-0F04-9ED75BA38A50}"/>
              </a:ext>
            </a:extLst>
          </p:cNvPr>
          <p:cNvSpPr/>
          <p:nvPr/>
        </p:nvSpPr>
        <p:spPr>
          <a:xfrm>
            <a:off x="0" y="1005840"/>
            <a:ext cx="12192000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48A97D-B6F6-DAC8-C57E-C402C726FC04}"/>
              </a:ext>
            </a:extLst>
          </p:cNvPr>
          <p:cNvSpPr txBox="1"/>
          <p:nvPr/>
        </p:nvSpPr>
        <p:spPr>
          <a:xfrm>
            <a:off x="1145555" y="1067395"/>
            <a:ext cx="990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algn="ctr">
              <a:spcBef>
                <a:spcPts val="600"/>
              </a:spcBef>
              <a:spcAft>
                <a:spcPts val="600"/>
              </a:spcAft>
            </a:pPr>
            <a:r>
              <a:rPr lang="pt-BR" sz="2000" b="1" dirty="0"/>
              <a:t>Página: </a:t>
            </a:r>
            <a:r>
              <a:rPr lang="pt-BR" sz="2000" dirty="0">
                <a:solidFill>
                  <a:srgbClr val="0070C0"/>
                </a:solidFill>
              </a:rPr>
              <a:t>https://www.tesistpq.com.br/site/detalhe.php?codigo=</a:t>
            </a:r>
            <a:r>
              <a:rPr lang="pt-BR" sz="2000" dirty="0">
                <a:solidFill>
                  <a:srgbClr val="0070C0"/>
                </a:solidFill>
                <a:highlight>
                  <a:srgbClr val="FFFF00"/>
                </a:highlight>
              </a:rPr>
              <a:t>XXX</a:t>
            </a:r>
            <a:endParaRPr lang="pt-BR" sz="2000" dirty="0">
              <a:highlight>
                <a:srgbClr val="FFFF00"/>
              </a:highlight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EB540C-4EAC-68DB-4005-C84899446184}"/>
              </a:ext>
            </a:extLst>
          </p:cNvPr>
          <p:cNvGrpSpPr/>
          <p:nvPr/>
        </p:nvGrpSpPr>
        <p:grpSpPr>
          <a:xfrm>
            <a:off x="136230" y="1676399"/>
            <a:ext cx="2018650" cy="1425577"/>
            <a:chOff x="4704730" y="5229223"/>
            <a:chExt cx="1171575" cy="833757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4DD93156-7284-6C1E-7E79-F25BACABD7B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21860" y="5229223"/>
              <a:ext cx="1137316" cy="833757"/>
              <a:chOff x="6035040" y="3304251"/>
              <a:chExt cx="2707640" cy="1984948"/>
            </a:xfrm>
          </p:grpSpPr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8DCAEA33-BFB6-12B4-9B52-70A8A28AC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13559"/>
              <a:stretch>
                <a:fillRect/>
              </a:stretch>
            </p:blipFill>
            <p:spPr>
              <a:xfrm>
                <a:off x="6045202" y="3304251"/>
                <a:ext cx="2687318" cy="1984948"/>
              </a:xfrm>
              <a:prstGeom prst="rect">
                <a:avLst/>
              </a:prstGeom>
            </p:spPr>
          </p:pic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9E4F1F4E-586F-3F42-61B8-B771E10DDF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35040" y="3304251"/>
                <a:ext cx="2707640" cy="993232"/>
              </a:xfrm>
              <a:prstGeom prst="rect">
                <a:avLst/>
              </a:prstGeom>
              <a:gradFill>
                <a:gsLst>
                  <a:gs pos="0">
                    <a:srgbClr val="0086B9"/>
                  </a:gs>
                  <a:gs pos="76400">
                    <a:srgbClr val="0086B9"/>
                  </a:gs>
                  <a:gs pos="100000">
                    <a:srgbClr val="0086B9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6BE25FCE-29A9-C9A6-C698-2CBADB1F03A3}"/>
                </a:ext>
              </a:extLst>
            </p:cNvPr>
            <p:cNvSpPr txBox="1"/>
            <p:nvPr/>
          </p:nvSpPr>
          <p:spPr>
            <a:xfrm>
              <a:off x="4704730" y="5289317"/>
              <a:ext cx="1171575" cy="148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05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Tubulações de Polietileno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662F58-20D6-4834-F95B-C27522523EC3}"/>
              </a:ext>
            </a:extLst>
          </p:cNvPr>
          <p:cNvSpPr txBox="1"/>
          <p:nvPr/>
        </p:nvSpPr>
        <p:spPr>
          <a:xfrm>
            <a:off x="466430" y="3200753"/>
            <a:ext cx="13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+mj-lt"/>
                <a:cs typeface="Segoe UI" panose="020B0502040204020203" pitchFamily="34" charset="0"/>
              </a:rPr>
              <a:t>Ao clicar: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5E5362-40B7-26FA-4A17-C3B4C1F4EB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471"/>
          <a:stretch>
            <a:fillRect/>
          </a:stretch>
        </p:blipFill>
        <p:spPr>
          <a:xfrm>
            <a:off x="2626471" y="2638314"/>
            <a:ext cx="9099099" cy="1581371"/>
          </a:xfrm>
          <a:prstGeom prst="rect">
            <a:avLst/>
          </a:prstGeom>
        </p:spPr>
      </p:pic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F52A174-82C5-08E8-0E11-1A9AFDB072CE}"/>
              </a:ext>
            </a:extLst>
          </p:cNvPr>
          <p:cNvCxnSpPr/>
          <p:nvPr/>
        </p:nvCxnSpPr>
        <p:spPr>
          <a:xfrm flipH="1">
            <a:off x="3290781" y="4013732"/>
            <a:ext cx="2655880" cy="8432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88621ED-3E50-41CE-F39C-885CD77D1AE8}"/>
              </a:ext>
            </a:extLst>
          </p:cNvPr>
          <p:cNvCxnSpPr/>
          <p:nvPr/>
        </p:nvCxnSpPr>
        <p:spPr>
          <a:xfrm flipH="1">
            <a:off x="5668221" y="4013732"/>
            <a:ext cx="2655880" cy="8432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ED6E175E-3681-1D87-C6E5-49BBC70D32FC}"/>
              </a:ext>
            </a:extLst>
          </p:cNvPr>
          <p:cNvCxnSpPr/>
          <p:nvPr/>
        </p:nvCxnSpPr>
        <p:spPr>
          <a:xfrm flipH="1">
            <a:off x="8324100" y="4090027"/>
            <a:ext cx="2655880" cy="8432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8664DEA-5F2B-6FE2-2805-54672B3E5DA4}"/>
              </a:ext>
            </a:extLst>
          </p:cNvPr>
          <p:cNvSpPr txBox="1"/>
          <p:nvPr/>
        </p:nvSpPr>
        <p:spPr>
          <a:xfrm>
            <a:off x="1352530" y="5030509"/>
            <a:ext cx="2750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indent="-900430">
              <a:spcBef>
                <a:spcPts val="300"/>
              </a:spcBef>
              <a:spcAft>
                <a:spcPts val="1200"/>
              </a:spcAft>
              <a:buNone/>
            </a:pPr>
            <a:r>
              <a:rPr lang="pt-BR" sz="1800" b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Documento 1475/RS001A</a:t>
            </a:r>
            <a:endParaRPr lang="pt-BR" sz="9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589E4B-1DEE-25E6-594A-D8BB48E87520}"/>
              </a:ext>
            </a:extLst>
          </p:cNvPr>
          <p:cNvSpPr txBox="1"/>
          <p:nvPr/>
        </p:nvSpPr>
        <p:spPr>
          <a:xfrm>
            <a:off x="4528261" y="5009602"/>
            <a:ext cx="2279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ea typeface="Times New Roman" panose="02020603050405020304" pitchFamily="18" charset="0"/>
              </a:rPr>
              <a:t>Documento </a:t>
            </a:r>
            <a:r>
              <a:rPr lang="pt-BR" sz="1800" dirty="0">
                <a:effectLst/>
                <a:latin typeface="+mn-lt"/>
                <a:ea typeface="Times New Roman" panose="02020603050405020304" pitchFamily="18" charset="0"/>
              </a:rPr>
              <a:t>SQ/IT313 </a:t>
            </a:r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A99597C-E3FA-FFF5-6489-0F42270AA308}"/>
              </a:ext>
            </a:extLst>
          </p:cNvPr>
          <p:cNvSpPr txBox="1"/>
          <p:nvPr/>
        </p:nvSpPr>
        <p:spPr>
          <a:xfrm>
            <a:off x="7184141" y="5009602"/>
            <a:ext cx="2279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Documento SQ/IT318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1735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odelo Intertek 2025">
  <a:themeElements>
    <a:clrScheme name="Intertek">
      <a:dk1>
        <a:srgbClr val="130C0E"/>
      </a:dk1>
      <a:lt1>
        <a:sysClr val="window" lastClr="FFFFFF"/>
      </a:lt1>
      <a:dk2>
        <a:srgbClr val="474E54"/>
      </a:dk2>
      <a:lt2>
        <a:srgbClr val="FFFFFF"/>
      </a:lt2>
      <a:accent1>
        <a:srgbClr val="FFC700"/>
      </a:accent1>
      <a:accent2>
        <a:srgbClr val="21B6D7"/>
      </a:accent2>
      <a:accent3>
        <a:srgbClr val="90DAEB"/>
      </a:accent3>
      <a:accent4>
        <a:srgbClr val="130C0E"/>
      </a:accent4>
      <a:accent5>
        <a:srgbClr val="474E54"/>
      </a:accent5>
      <a:accent6>
        <a:srgbClr val="A3A6A9"/>
      </a:accent6>
      <a:hlink>
        <a:srgbClr val="000000"/>
      </a:hlink>
      <a:folHlink>
        <a:srgbClr val="474E54"/>
      </a:folHlink>
    </a:clrScheme>
    <a:fontScheme name="Custom 3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20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elo Intertek 2025" id="{393F0CC1-8F3F-4C4D-B528-54F2F3EAC4DD}" vid="{21A39018-D19E-40A1-8A4C-830C503F8D12}"/>
    </a:ext>
  </a:extLst>
</a:theme>
</file>

<file path=ppt/theme/theme2.xml><?xml version="1.0" encoding="utf-8"?>
<a:theme xmlns:a="http://schemas.openxmlformats.org/drawingml/2006/main" name="1_Modelo Intertek 2025">
  <a:themeElements>
    <a:clrScheme name="Intertek">
      <a:dk1>
        <a:srgbClr val="130C0E"/>
      </a:dk1>
      <a:lt1>
        <a:sysClr val="window" lastClr="FFFFFF"/>
      </a:lt1>
      <a:dk2>
        <a:srgbClr val="474E54"/>
      </a:dk2>
      <a:lt2>
        <a:srgbClr val="FFFFFF"/>
      </a:lt2>
      <a:accent1>
        <a:srgbClr val="FFC700"/>
      </a:accent1>
      <a:accent2>
        <a:srgbClr val="21B6D7"/>
      </a:accent2>
      <a:accent3>
        <a:srgbClr val="90DAEB"/>
      </a:accent3>
      <a:accent4>
        <a:srgbClr val="130C0E"/>
      </a:accent4>
      <a:accent5>
        <a:srgbClr val="474E54"/>
      </a:accent5>
      <a:accent6>
        <a:srgbClr val="A3A6A9"/>
      </a:accent6>
      <a:hlink>
        <a:srgbClr val="000000"/>
      </a:hlink>
      <a:folHlink>
        <a:srgbClr val="474E54"/>
      </a:folHlink>
    </a:clrScheme>
    <a:fontScheme name="Custom 3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20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elo Intertek 2025" id="{393F0CC1-8F3F-4C4D-B528-54F2F3EAC4DD}" vid="{21A39018-D19E-40A1-8A4C-830C503F8D12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11876</TotalTime>
  <Words>556</Words>
  <Application>Microsoft Office PowerPoint</Application>
  <PresentationFormat>Widescreen</PresentationFormat>
  <Paragraphs>46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Segoe UI</vt:lpstr>
      <vt:lpstr>Times New Roman</vt:lpstr>
      <vt:lpstr>Modelo Intertek 2025</vt:lpstr>
      <vt:lpstr>1_Modelo Intertek 2025</vt:lpstr>
      <vt:lpstr>Inclusão de psq no site da tesis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TESIS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Toshiro Tasima</dc:creator>
  <cp:lastModifiedBy>Elias Pereira Palmeiro Junior</cp:lastModifiedBy>
  <cp:revision>270</cp:revision>
  <dcterms:created xsi:type="dcterms:W3CDTF">2025-05-27T14:03:38Z</dcterms:created>
  <dcterms:modified xsi:type="dcterms:W3CDTF">2026-09-11T18:59:40Z</dcterms:modified>
</cp:coreProperties>
</file>